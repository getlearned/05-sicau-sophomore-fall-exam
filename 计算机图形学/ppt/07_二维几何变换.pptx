
<file path=[Content_Types].xml><?xml version="1.0" encoding="utf-8"?>
<Types xmlns="http://schemas.openxmlformats.org/package/2006/content-types">
  <Default Extension="png" ContentType="image/png"/>
  <Default Extension="bin" ContentType="application/vnd.openxmlformats-officedocument.oleObject"/>
  <Default Extension="vsd" ContentType="application/vnd.visio"/>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handoutMasterIdLst>
    <p:handoutMasterId r:id="rId39"/>
  </p:handoutMasterIdLst>
  <p:sldIdLst>
    <p:sldId id="807" r:id="rId2"/>
    <p:sldId id="797" r:id="rId3"/>
    <p:sldId id="799" r:id="rId4"/>
    <p:sldId id="814" r:id="rId5"/>
    <p:sldId id="801" r:id="rId6"/>
    <p:sldId id="808" r:id="rId7"/>
    <p:sldId id="802" r:id="rId8"/>
    <p:sldId id="803" r:id="rId9"/>
    <p:sldId id="707" r:id="rId10"/>
    <p:sldId id="708" r:id="rId11"/>
    <p:sldId id="804" r:id="rId12"/>
    <p:sldId id="711" r:id="rId13"/>
    <p:sldId id="712" r:id="rId14"/>
    <p:sldId id="781" r:id="rId15"/>
    <p:sldId id="717" r:id="rId16"/>
    <p:sldId id="721" r:id="rId17"/>
    <p:sldId id="714" r:id="rId18"/>
    <p:sldId id="716" r:id="rId19"/>
    <p:sldId id="715" r:id="rId20"/>
    <p:sldId id="805" r:id="rId21"/>
    <p:sldId id="746" r:id="rId22"/>
    <p:sldId id="730" r:id="rId23"/>
    <p:sldId id="753" r:id="rId24"/>
    <p:sldId id="754" r:id="rId25"/>
    <p:sldId id="815" r:id="rId26"/>
    <p:sldId id="755" r:id="rId27"/>
    <p:sldId id="809" r:id="rId28"/>
    <p:sldId id="733" r:id="rId29"/>
    <p:sldId id="734" r:id="rId30"/>
    <p:sldId id="764" r:id="rId31"/>
    <p:sldId id="736" r:id="rId32"/>
    <p:sldId id="737" r:id="rId33"/>
    <p:sldId id="738" r:id="rId34"/>
    <p:sldId id="739" r:id="rId35"/>
    <p:sldId id="806" r:id="rId36"/>
    <p:sldId id="810" r:id="rId37"/>
  </p:sldIdLst>
  <p:sldSz cx="9906000" cy="6858000" type="A4"/>
  <p:notesSz cx="6934200" cy="9396413"/>
  <p:custDataLst>
    <p:tags r:id="rId40"/>
  </p:custDataLst>
  <p:kinsoku lang="zh-CN"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3200" b="1" kern="1200">
        <a:solidFill>
          <a:schemeClr val="accent2"/>
        </a:solidFill>
        <a:latin typeface="Arial" panose="020B0604020202020204" pitchFamily="34" charset="0"/>
        <a:ea typeface="黑体" panose="02010609060101010101" pitchFamily="49" charset="-122"/>
        <a:cs typeface="+mn-cs"/>
      </a:defRPr>
    </a:lvl1pPr>
    <a:lvl2pPr marL="457200" algn="l" rtl="0" eaLnBrk="0" fontAlgn="base" hangingPunct="0">
      <a:spcBef>
        <a:spcPct val="0"/>
      </a:spcBef>
      <a:spcAft>
        <a:spcPct val="0"/>
      </a:spcAft>
      <a:defRPr sz="3200" b="1" kern="1200">
        <a:solidFill>
          <a:schemeClr val="accent2"/>
        </a:solidFill>
        <a:latin typeface="Arial" panose="020B0604020202020204" pitchFamily="34" charset="0"/>
        <a:ea typeface="黑体" panose="02010609060101010101" pitchFamily="49" charset="-122"/>
        <a:cs typeface="+mn-cs"/>
      </a:defRPr>
    </a:lvl2pPr>
    <a:lvl3pPr marL="914400" algn="l" rtl="0" eaLnBrk="0" fontAlgn="base" hangingPunct="0">
      <a:spcBef>
        <a:spcPct val="0"/>
      </a:spcBef>
      <a:spcAft>
        <a:spcPct val="0"/>
      </a:spcAft>
      <a:defRPr sz="3200" b="1" kern="1200">
        <a:solidFill>
          <a:schemeClr val="accent2"/>
        </a:solidFill>
        <a:latin typeface="Arial" panose="020B0604020202020204" pitchFamily="34" charset="0"/>
        <a:ea typeface="黑体" panose="02010609060101010101" pitchFamily="49" charset="-122"/>
        <a:cs typeface="+mn-cs"/>
      </a:defRPr>
    </a:lvl3pPr>
    <a:lvl4pPr marL="1371600" algn="l" rtl="0" eaLnBrk="0" fontAlgn="base" hangingPunct="0">
      <a:spcBef>
        <a:spcPct val="0"/>
      </a:spcBef>
      <a:spcAft>
        <a:spcPct val="0"/>
      </a:spcAft>
      <a:defRPr sz="3200" b="1" kern="1200">
        <a:solidFill>
          <a:schemeClr val="accent2"/>
        </a:solidFill>
        <a:latin typeface="Arial" panose="020B0604020202020204" pitchFamily="34" charset="0"/>
        <a:ea typeface="黑体" panose="02010609060101010101" pitchFamily="49" charset="-122"/>
        <a:cs typeface="+mn-cs"/>
      </a:defRPr>
    </a:lvl4pPr>
    <a:lvl5pPr marL="1828800" algn="l" rtl="0" eaLnBrk="0" fontAlgn="base" hangingPunct="0">
      <a:spcBef>
        <a:spcPct val="0"/>
      </a:spcBef>
      <a:spcAft>
        <a:spcPct val="0"/>
      </a:spcAft>
      <a:defRPr sz="3200" b="1" kern="1200">
        <a:solidFill>
          <a:schemeClr val="accent2"/>
        </a:solidFill>
        <a:latin typeface="Arial" panose="020B0604020202020204" pitchFamily="34" charset="0"/>
        <a:ea typeface="黑体" panose="02010609060101010101" pitchFamily="49" charset="-122"/>
        <a:cs typeface="+mn-cs"/>
      </a:defRPr>
    </a:lvl5pPr>
    <a:lvl6pPr marL="2286000" algn="l" defTabSz="914400" rtl="0" eaLnBrk="1" latinLnBrk="0" hangingPunct="1">
      <a:defRPr sz="3200" b="1" kern="1200">
        <a:solidFill>
          <a:schemeClr val="accent2"/>
        </a:solidFill>
        <a:latin typeface="Arial" panose="020B0604020202020204" pitchFamily="34" charset="0"/>
        <a:ea typeface="黑体" panose="02010609060101010101" pitchFamily="49" charset="-122"/>
        <a:cs typeface="+mn-cs"/>
      </a:defRPr>
    </a:lvl6pPr>
    <a:lvl7pPr marL="2743200" algn="l" defTabSz="914400" rtl="0" eaLnBrk="1" latinLnBrk="0" hangingPunct="1">
      <a:defRPr sz="3200" b="1" kern="1200">
        <a:solidFill>
          <a:schemeClr val="accent2"/>
        </a:solidFill>
        <a:latin typeface="Arial" panose="020B0604020202020204" pitchFamily="34" charset="0"/>
        <a:ea typeface="黑体" panose="02010609060101010101" pitchFamily="49" charset="-122"/>
        <a:cs typeface="+mn-cs"/>
      </a:defRPr>
    </a:lvl7pPr>
    <a:lvl8pPr marL="3200400" algn="l" defTabSz="914400" rtl="0" eaLnBrk="1" latinLnBrk="0" hangingPunct="1">
      <a:defRPr sz="3200" b="1" kern="1200">
        <a:solidFill>
          <a:schemeClr val="accent2"/>
        </a:solidFill>
        <a:latin typeface="Arial" panose="020B0604020202020204" pitchFamily="34" charset="0"/>
        <a:ea typeface="黑体" panose="02010609060101010101" pitchFamily="49" charset="-122"/>
        <a:cs typeface="+mn-cs"/>
      </a:defRPr>
    </a:lvl8pPr>
    <a:lvl9pPr marL="3657600" algn="l" defTabSz="914400" rtl="0" eaLnBrk="1" latinLnBrk="0" hangingPunct="1">
      <a:defRPr sz="3200" b="1" kern="1200">
        <a:solidFill>
          <a:schemeClr val="accent2"/>
        </a:solidFill>
        <a:latin typeface="Arial" panose="020B0604020202020204" pitchFamily="34"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159" userDrawn="1">
          <p15:clr>
            <a:srgbClr val="A4A3A4"/>
          </p15:clr>
        </p15:guide>
        <p15:guide id="2" pos="3120" userDrawn="1">
          <p15:clr>
            <a:srgbClr val="A4A3A4"/>
          </p15:clr>
        </p15:guide>
      </p15:sldGuideLst>
    </p:ext>
    <p:ext uri="{2D200454-40CA-4A62-9FC3-DE9A4176ACB9}">
      <p15:notesGuideLst xmlns:p15="http://schemas.microsoft.com/office/powerpoint/2012/main">
        <p15:guide id="1" orient="horz" pos="2958">
          <p15:clr>
            <a:srgbClr val="A4A3A4"/>
          </p15:clr>
        </p15:guide>
        <p15:guide id="2" pos="218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990033"/>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39" autoAdjust="0"/>
    <p:restoredTop sz="90952" autoAdjust="0"/>
  </p:normalViewPr>
  <p:slideViewPr>
    <p:cSldViewPr snapToGrid="0" showGuides="1">
      <p:cViewPr varScale="1">
        <p:scale>
          <a:sx n="104" d="100"/>
          <a:sy n="104" d="100"/>
        </p:scale>
        <p:origin x="1590" y="96"/>
      </p:cViewPr>
      <p:guideLst>
        <p:guide orient="horz" pos="2159"/>
        <p:guide pos="3120"/>
      </p:guideLst>
    </p:cSldViewPr>
  </p:slideViewPr>
  <p:outlineViewPr>
    <p:cViewPr>
      <p:scale>
        <a:sx n="33" d="100"/>
        <a:sy n="33" d="100"/>
      </p:scale>
      <p:origin x="0" y="0"/>
    </p:cViewPr>
    <p:sldLst>
      <p:sld r:id="rId1" collapse="1"/>
      <p:sld r:id="rId2" collapse="1"/>
    </p:sldLst>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7" d="100"/>
          <a:sy n="57" d="100"/>
        </p:scale>
        <p:origin x="-1806" y="-90"/>
      </p:cViewPr>
      <p:guideLst>
        <p:guide orient="horz" pos="2958"/>
        <p:guide pos="218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_rels/viewProps.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slide" Target="slides/slide1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9.wmf"/><Relationship Id="rId1" Type="http://schemas.openxmlformats.org/officeDocument/2006/relationships/image" Target="../media/image18.wmf"/><Relationship Id="rId5" Type="http://schemas.openxmlformats.org/officeDocument/2006/relationships/image" Target="../media/image21.wmf"/><Relationship Id="rId4" Type="http://schemas.openxmlformats.org/officeDocument/2006/relationships/image" Target="../media/image20.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17.wmf"/><Relationship Id="rId1" Type="http://schemas.openxmlformats.org/officeDocument/2006/relationships/image" Target="../media/image19.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5.wmf"/><Relationship Id="rId7" Type="http://schemas.openxmlformats.org/officeDocument/2006/relationships/image" Target="../media/image29.wmf"/><Relationship Id="rId2" Type="http://schemas.openxmlformats.org/officeDocument/2006/relationships/image" Target="../media/image24.wmf"/><Relationship Id="rId1" Type="http://schemas.openxmlformats.org/officeDocument/2006/relationships/image" Target="../media/image23.wmf"/><Relationship Id="rId6" Type="http://schemas.openxmlformats.org/officeDocument/2006/relationships/image" Target="../media/image28.wmf"/><Relationship Id="rId5" Type="http://schemas.openxmlformats.org/officeDocument/2006/relationships/image" Target="../media/image27.wmf"/><Relationship Id="rId4" Type="http://schemas.openxmlformats.org/officeDocument/2006/relationships/image" Target="../media/image26.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18.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emf"/><Relationship Id="rId1" Type="http://schemas.openxmlformats.org/officeDocument/2006/relationships/image" Target="../media/image32.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emf"/><Relationship Id="rId4" Type="http://schemas.openxmlformats.org/officeDocument/2006/relationships/image" Target="../media/image43.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 Id="rId4" Type="http://schemas.openxmlformats.org/officeDocument/2006/relationships/image" Target="../media/image47.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8.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wmf"/><Relationship Id="rId4" Type="http://schemas.openxmlformats.org/officeDocument/2006/relationships/image" Target="../media/image57.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58.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48.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image" Target="../media/image61.wmf"/><Relationship Id="rId1" Type="http://schemas.openxmlformats.org/officeDocument/2006/relationships/image" Target="../media/image6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23925" y="4467225"/>
            <a:ext cx="5086350" cy="3956050"/>
          </a:xfrm>
          <a:prstGeom prst="rect">
            <a:avLst/>
          </a:prstGeom>
          <a:noFill/>
          <a:ln w="12700">
            <a:noFill/>
            <a:miter lim="800000"/>
          </a:ln>
          <a:effectLst/>
        </p:spPr>
        <p:txBody>
          <a:bodyPr vert="horz" wrap="square" lIns="89343" tIns="43888" rIns="89343" bIns="43888" numCol="1" anchor="t" anchorCtr="0" compatLnSpc="1"/>
          <a:lstStyle/>
          <a:p>
            <a:pPr lvl="0"/>
            <a:r>
              <a:rPr lang="en-US" altLang="zh-CN" noProof="0"/>
              <a:t>Click to edit Master notes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2051" name="Rectangle 3"/>
          <p:cNvSpPr>
            <a:spLocks noGrp="1" noRot="1" noChangeAspect="1" noChangeArrowheads="1" noTextEdit="1"/>
          </p:cNvSpPr>
          <p:nvPr>
            <p:ph type="sldImg" idx="2"/>
          </p:nvPr>
        </p:nvSpPr>
        <p:spPr bwMode="auto">
          <a:xfrm>
            <a:off x="1089025" y="819150"/>
            <a:ext cx="4757738" cy="3294063"/>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p:sp>
      <p:sp>
        <p:nvSpPr>
          <p:cNvPr id="614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614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AFB96B0-DE56-4B91-A879-ED2F9CB6A5AD}" type="slidenum">
              <a:rPr lang="zh-CN" altLang="en-US" sz="1300"/>
              <a:t>1</a:t>
            </a:fld>
            <a:endParaRPr lang="en-US" altLang="zh-CN" sz="13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lang="zh-CN" altLang="en-US" dirty="0">
                <a:latin typeface="Arial" panose="020B0604020202020204" pitchFamily="34" charset="0"/>
              </a:rPr>
              <a:t>利用</a:t>
            </a:r>
            <a:r>
              <a:rPr lang="en-US" altLang="zh-CN" dirty="0">
                <a:latin typeface="Arial" panose="020B0604020202020204" pitchFamily="34" charset="0"/>
              </a:rPr>
              <a:t>Maya</a:t>
            </a:r>
            <a:r>
              <a:rPr lang="zh-CN" altLang="en-US" dirty="0">
                <a:latin typeface="Arial" panose="020B0604020202020204" pitchFamily="34" charset="0"/>
              </a:rPr>
              <a:t>来引出内容</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p:cNvSpPr>
            <a:spLocks noGrp="1" noRot="1" noChangeAspect="1" noChangeArrowheads="1" noTextEdit="1"/>
          </p:cNvSpPr>
          <p:nvPr>
            <p:ph type="sldImg"/>
          </p:nvPr>
        </p:nvSpPr>
        <p:spPr/>
      </p:sp>
      <p:sp>
        <p:nvSpPr>
          <p:cNvPr id="8195" name="备注占位符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zh-CN" altLang="en-US" dirty="0">
                <a:ea typeface="+mn-ea"/>
              </a:rPr>
              <a:t>变换</a:t>
            </a:r>
            <a:endParaRPr lang="zh-CN" altLang="en-US" dirty="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p:cNvSpPr>
            <a:spLocks noGrp="1" noRot="1" noChangeAspect="1" noChangeArrowheads="1" noTextEdit="1"/>
          </p:cNvSpPr>
          <p:nvPr>
            <p:ph type="sldImg"/>
          </p:nvPr>
        </p:nvSpPr>
        <p:spPr/>
      </p:sp>
      <p:sp>
        <p:nvSpPr>
          <p:cNvPr id="8195" name="备注占位符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zh-CN" altLang="en-US">
                <a:latin typeface="Arial" panose="020B0604020202020204" pitchFamily="34" charset="0"/>
              </a:rPr>
              <a:t>利用</a:t>
            </a:r>
            <a:r>
              <a:rPr lang="en-US" altLang="zh-CN">
                <a:latin typeface="Arial" panose="020B0604020202020204" pitchFamily="34" charset="0"/>
              </a:rPr>
              <a:t>Maya</a:t>
            </a:r>
            <a:r>
              <a:rPr lang="zh-CN" altLang="en-US">
                <a:latin typeface="Arial" panose="020B0604020202020204" pitchFamily="34" charset="0"/>
              </a:rPr>
              <a:t>来介绍</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lstStyle/>
          <a:p>
            <a:endParaRPr lang="zh-CN" altLang="en-US"/>
          </a:p>
        </p:txBody>
      </p:sp>
      <p:sp>
        <p:nvSpPr>
          <p:cNvPr id="3" name="幻灯片图像占位符 2"/>
          <p:cNvSpPr>
            <a:spLocks noGrp="1" noRot="1" noChangeAspect="1"/>
          </p:cNvSpPr>
          <p:nvPr>
            <p:ph type="sldImg" idx="2"/>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公式板书效果较好</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公式板书效果较好</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板书思路：</a:t>
            </a:r>
            <a:r>
              <a:rPr lang="en-US" altLang="zh-CN" dirty="0"/>
              <a:t> </a:t>
            </a:r>
            <a:r>
              <a:rPr lang="zh-CN" altLang="en-US" dirty="0"/>
              <a:t>先把矩阵表示的</a:t>
            </a:r>
            <a:r>
              <a:rPr lang="en-US" altLang="zh-CN" dirty="0"/>
              <a:t>[x’ y’]=T [x y]</a:t>
            </a:r>
            <a:r>
              <a:rPr lang="zh-CN" altLang="en-US" dirty="0"/>
              <a:t>表示出来，然后对照左边第一个花括号的表达式来估计</a:t>
            </a:r>
            <a:r>
              <a:rPr lang="en-US" altLang="zh-CN" dirty="0"/>
              <a:t>T</a:t>
            </a:r>
            <a:r>
              <a:rPr lang="zh-CN" altLang="en-US" dirty="0"/>
              <a:t>的系数，</a:t>
            </a:r>
            <a:r>
              <a:rPr lang="en-US" altLang="zh-CN" dirty="0"/>
              <a:t> </a:t>
            </a:r>
            <a:r>
              <a:rPr lang="zh-CN" altLang="en-US" dirty="0"/>
              <a:t>因此</a:t>
            </a:r>
            <a:r>
              <a:rPr lang="en-US" altLang="zh-CN" dirty="0"/>
              <a:t>T</a:t>
            </a:r>
            <a:r>
              <a:rPr lang="zh-CN" altLang="en-US" dirty="0"/>
              <a:t>的第一行元素为</a:t>
            </a:r>
            <a:r>
              <a:rPr lang="en-US" altLang="zh-CN" dirty="0"/>
              <a:t>1</a:t>
            </a:r>
            <a:r>
              <a:rPr lang="zh-CN" altLang="en-US" dirty="0"/>
              <a:t>，</a:t>
            </a:r>
            <a:r>
              <a:rPr lang="en-US" altLang="zh-CN" dirty="0"/>
              <a:t>   0 </a:t>
            </a:r>
            <a:r>
              <a:rPr lang="zh-CN" altLang="en-US" dirty="0"/>
              <a:t>和另外一个元素，不然对不上，因此</a:t>
            </a:r>
            <a:r>
              <a:rPr lang="en-US" altLang="zh-CN" dirty="0"/>
              <a:t>[x’ y’]</a:t>
            </a:r>
            <a:r>
              <a:rPr lang="zh-CN" altLang="en-US" dirty="0"/>
              <a:t>和</a:t>
            </a:r>
            <a:r>
              <a:rPr lang="en-US" altLang="zh-CN" dirty="0"/>
              <a:t> [x y]</a:t>
            </a:r>
            <a:r>
              <a:rPr lang="zh-CN" altLang="en-US" dirty="0"/>
              <a:t>必须补充一个元素，而补</a:t>
            </a:r>
            <a:r>
              <a:rPr lang="en-US" altLang="zh-CN" dirty="0"/>
              <a:t>1</a:t>
            </a:r>
            <a:r>
              <a:rPr lang="zh-CN" altLang="en-US" dirty="0"/>
              <a:t>是最简单的，最终可以得到其次矩阵表达式</a:t>
            </a: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齐次坐标是用N+1个数来表示N维坐标的一种方式</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lstStyle/>
          <a:p>
            <a:r>
              <a:rPr lang="zh-CN" altLang="en-US"/>
              <a:t>齐次坐标是用N+1个数来表示N维坐标的一种方式</a:t>
            </a:r>
          </a:p>
        </p:txBody>
      </p:sp>
      <p:sp>
        <p:nvSpPr>
          <p:cNvPr id="3" name="幻灯片图像占位符 2"/>
          <p:cNvSpPr>
            <a:spLocks noGrp="1" noRot="1" noChangeAspect="1"/>
          </p:cNvSpPr>
          <p:nvPr>
            <p:ph type="sldImg" idx="2"/>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p:sp>
      <p:sp>
        <p:nvSpPr>
          <p:cNvPr id="22531" name="备注占位符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zh-CN" altLang="en-US">
                <a:latin typeface="华文宋体" panose="02010600040101010101" pitchFamily="2" charset="-122"/>
                <a:ea typeface="华文宋体" panose="02010600040101010101" pitchFamily="2" charset="-122"/>
              </a:rPr>
              <a:t>齐次坐标为三维空间的一条直线 。随着</a:t>
            </a:r>
            <a:r>
              <a:rPr lang="en-US" altLang="zh-CN">
                <a:latin typeface="华文宋体" panose="02010600040101010101" pitchFamily="2" charset="-122"/>
                <a:ea typeface="华文宋体" panose="02010600040101010101" pitchFamily="2" charset="-122"/>
              </a:rPr>
              <a:t>h</a:t>
            </a:r>
            <a:r>
              <a:rPr lang="zh-CN" altLang="en-US">
                <a:latin typeface="华文宋体" panose="02010600040101010101" pitchFamily="2" charset="-122"/>
                <a:ea typeface="华文宋体" panose="02010600040101010101" pitchFamily="2" charset="-122"/>
              </a:rPr>
              <a:t>的变化</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方程？</a:t>
            </a:r>
          </a:p>
        </p:txBody>
      </p:sp>
    </p:spTree>
    <p:extLst>
      <p:ext uri="{BB962C8B-B14F-4D97-AF65-F5344CB8AC3E}">
        <p14:creationId xmlns:p14="http://schemas.microsoft.com/office/powerpoint/2010/main" val="28757386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lstStyle/>
          <a:p>
            <a:r>
              <a:rPr lang="zh-CN" altLang="en-US"/>
              <a:t>对称变换</a:t>
            </a:r>
          </a:p>
          <a:p>
            <a:pPr algn="just">
              <a:lnSpc>
                <a:spcPct val="130000"/>
              </a:lnSpc>
            </a:pPr>
            <a:r>
              <a:rPr lang="zh-CN" altLang="en-US" dirty="0">
                <a:latin typeface="华文宋体" panose="02010600040101010101" pitchFamily="2" charset="-122"/>
                <a:ea typeface="华文宋体" panose="02010600040101010101" pitchFamily="2" charset="-122"/>
                <a:sym typeface="+mn-ea"/>
              </a:rPr>
              <a:t>保线性：变换前在一条线上的点依然在一条线上</a:t>
            </a:r>
          </a:p>
          <a:p>
            <a:pPr algn="just">
              <a:lnSpc>
                <a:spcPct val="130000"/>
              </a:lnSpc>
            </a:pPr>
            <a:r>
              <a:rPr lang="zh-CN" altLang="en-US" dirty="0">
                <a:latin typeface="华文宋体" panose="02010600040101010101" pitchFamily="2" charset="-122"/>
                <a:ea typeface="华文宋体" panose="02010600040101010101" pitchFamily="2" charset="-122"/>
                <a:sym typeface="+mn-ea"/>
              </a:rPr>
              <a:t>保比例：一条直线上的三个点构成的线段长度，在变化前后的距离比值不变</a:t>
            </a:r>
          </a:p>
        </p:txBody>
      </p:sp>
      <p:sp>
        <p:nvSpPr>
          <p:cNvPr id="3" name="幻灯片图像占位符 2"/>
          <p:cNvSpPr>
            <a:spLocks noGrp="1" noRot="1" noChangeAspect="1"/>
          </p:cNvSpPr>
          <p:nvPr>
            <p:ph type="sldImg" idx="2"/>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p:cNvSpPr>
            <a:spLocks noGrp="1" noRot="1" noChangeAspect="1" noChangeArrowheads="1" noTextEdit="1"/>
          </p:cNvSpPr>
          <p:nvPr>
            <p:ph type="sldImg"/>
          </p:nvPr>
        </p:nvSpPr>
        <p:spPr/>
      </p:sp>
      <p:sp>
        <p:nvSpPr>
          <p:cNvPr id="8195" name="备注占位符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zh-CN" altLang="en-US">
                <a:latin typeface="Arial" panose="020B0604020202020204" pitchFamily="34" charset="0"/>
              </a:rPr>
              <a:t>利用</a:t>
            </a:r>
            <a:r>
              <a:rPr lang="en-US" altLang="zh-CN">
                <a:latin typeface="Arial" panose="020B0604020202020204" pitchFamily="34" charset="0"/>
              </a:rPr>
              <a:t>Maya</a:t>
            </a:r>
            <a:r>
              <a:rPr lang="zh-CN" altLang="en-US">
                <a:latin typeface="Arial" panose="020B0604020202020204" pitchFamily="34" charset="0"/>
              </a:rPr>
              <a:t>来介绍</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lstStyle/>
          <a:p>
            <a:endParaRPr lang="zh-CN" altLang="en-US"/>
          </a:p>
        </p:txBody>
      </p:sp>
      <p:sp>
        <p:nvSpPr>
          <p:cNvPr id="3" name="幻灯片图像占位符 2"/>
          <p:cNvSpPr>
            <a:spLocks noGrp="1" noRot="1" noChangeAspect="1"/>
          </p:cNvSpPr>
          <p:nvPr>
            <p:ph type="sldImg" idx="2"/>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均匀放缩和旋转变换可交换</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ChangeArrowheads="1" noTextEdit="1"/>
          </p:cNvSpPr>
          <p:nvPr>
            <p:ph type="sldImg"/>
          </p:nvPr>
        </p:nvSpPr>
        <p:spPr/>
      </p:sp>
      <p:sp>
        <p:nvSpPr>
          <p:cNvPr id="33795" name="备注占位符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pPr algn="just" eaLnBrk="1" hangingPunct="1">
              <a:lnSpc>
                <a:spcPct val="140000"/>
              </a:lnSpc>
            </a:pPr>
            <a:r>
              <a:rPr lang="zh-CN" altLang="en-US" dirty="0">
                <a:latin typeface="Arial" panose="020B0604020202020204" pitchFamily="34" charset="0"/>
              </a:rPr>
              <a:t>变换过程为：	(1) 将</a:t>
            </a:r>
            <a:r>
              <a:rPr lang="en-US" altLang="zh-CN" dirty="0">
                <a:latin typeface="Arial" panose="020B0604020202020204" pitchFamily="34" charset="0"/>
              </a:rPr>
              <a:t>O’</a:t>
            </a:r>
            <a:r>
              <a:rPr lang="zh-CN" altLang="en-US" dirty="0">
                <a:latin typeface="Arial" panose="020B0604020202020204" pitchFamily="34" charset="0"/>
              </a:rPr>
              <a:t>平移至</a:t>
            </a:r>
            <a:r>
              <a:rPr lang="en-US" altLang="zh-CN" dirty="0">
                <a:latin typeface="Arial" panose="020B0604020202020204" pitchFamily="34" charset="0"/>
              </a:rPr>
              <a:t>O</a:t>
            </a:r>
            <a:r>
              <a:rPr lang="zh-CN" altLang="en-US" dirty="0">
                <a:latin typeface="Arial" panose="020B0604020202020204" pitchFamily="34" charset="0"/>
              </a:rPr>
              <a:t>点</a:t>
            </a:r>
          </a:p>
          <a:p>
            <a:pPr algn="just" eaLnBrk="1" hangingPunct="1">
              <a:lnSpc>
                <a:spcPct val="140000"/>
              </a:lnSpc>
            </a:pPr>
            <a:r>
              <a:rPr lang="zh-CN" altLang="en-US" dirty="0">
                <a:latin typeface="Arial" panose="020B0604020202020204" pitchFamily="34" charset="0"/>
              </a:rPr>
              <a:t>	(2) 对原点</a:t>
            </a:r>
            <a:r>
              <a:rPr lang="en-US" altLang="zh-CN" dirty="0">
                <a:latin typeface="Arial" panose="020B0604020202020204" pitchFamily="34" charset="0"/>
              </a:rPr>
              <a:t>O</a:t>
            </a:r>
            <a:r>
              <a:rPr lang="zh-CN" altLang="en-US" dirty="0">
                <a:latin typeface="Arial" panose="020B0604020202020204" pitchFamily="34" charset="0"/>
              </a:rPr>
              <a:t>进行几何变换</a:t>
            </a:r>
          </a:p>
          <a:p>
            <a:pPr algn="just" eaLnBrk="1" hangingPunct="1">
              <a:lnSpc>
                <a:spcPct val="140000"/>
              </a:lnSpc>
            </a:pPr>
            <a:r>
              <a:rPr lang="zh-CN" altLang="en-US" dirty="0">
                <a:latin typeface="Arial" panose="020B0604020202020204" pitchFamily="34" charset="0"/>
              </a:rPr>
              <a:t>	(3) 将</a:t>
            </a:r>
            <a:r>
              <a:rPr lang="en-US" altLang="zh-CN" dirty="0">
                <a:latin typeface="Arial" panose="020B0604020202020204" pitchFamily="34" charset="0"/>
              </a:rPr>
              <a:t>O</a:t>
            </a:r>
            <a:r>
              <a:rPr lang="zh-CN" altLang="en-US" dirty="0">
                <a:latin typeface="Arial" panose="020B0604020202020204" pitchFamily="34" charset="0"/>
              </a:rPr>
              <a:t>点反平移回</a:t>
            </a:r>
            <a:r>
              <a:rPr lang="en-US" altLang="zh-CN" dirty="0">
                <a:latin typeface="Arial" panose="020B0604020202020204" pitchFamily="34" charset="0"/>
              </a:rPr>
              <a:t>O</a:t>
            </a:r>
            <a:r>
              <a:rPr lang="zh-CN" altLang="en-US" dirty="0">
                <a:latin typeface="Arial" panose="020B0604020202020204" pitchFamily="34" charset="0"/>
              </a:rPr>
              <a:t>‘点</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ChangeArrowheads="1" noTextEdit="1"/>
          </p:cNvSpPr>
          <p:nvPr>
            <p:ph type="sldImg"/>
          </p:nvPr>
        </p:nvSpPr>
        <p:spPr/>
      </p:sp>
      <p:sp>
        <p:nvSpPr>
          <p:cNvPr id="35843" name="备注占位符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pPr algn="just" eaLnBrk="1" hangingPunct="1"/>
            <a:r>
              <a:rPr lang="zh-CN" altLang="en-US" dirty="0">
                <a:latin typeface="Arial" panose="020B0604020202020204" pitchFamily="34" charset="0"/>
              </a:rPr>
              <a:t>相对任意方向作二维几何变换，其变换的过程是：</a:t>
            </a:r>
          </a:p>
          <a:p>
            <a:pPr algn="just" eaLnBrk="1" hangingPunct="1"/>
            <a:r>
              <a:rPr lang="zh-CN" altLang="en-US" dirty="0">
                <a:latin typeface="Arial" panose="020B0604020202020204" pitchFamily="34" charset="0"/>
              </a:rPr>
              <a:t>	(1) 旋转变换</a:t>
            </a:r>
          </a:p>
          <a:p>
            <a:pPr algn="just" eaLnBrk="1" hangingPunct="1"/>
            <a:r>
              <a:rPr lang="zh-CN" altLang="en-US" dirty="0">
                <a:latin typeface="Arial" panose="020B0604020202020204" pitchFamily="34" charset="0"/>
              </a:rPr>
              <a:t>	(2) 针对坐标轴进行二维几何变换；</a:t>
            </a:r>
          </a:p>
          <a:p>
            <a:pPr algn="just" eaLnBrk="1" hangingPunct="1"/>
            <a:r>
              <a:rPr lang="zh-CN" altLang="en-US" dirty="0">
                <a:latin typeface="Arial" panose="020B0604020202020204" pitchFamily="34" charset="0"/>
              </a:rPr>
              <a:t>	(3) 反向旋转</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ChangeArrowheads="1" noTextEdit="1"/>
          </p:cNvSpPr>
          <p:nvPr>
            <p:ph type="sldImg"/>
          </p:nvPr>
        </p:nvSpPr>
        <p:spPr/>
      </p:sp>
      <p:sp>
        <p:nvSpPr>
          <p:cNvPr id="37891"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ChangeArrowheads="1" noTextEdit="1"/>
          </p:cNvSpPr>
          <p:nvPr>
            <p:ph type="sldImg"/>
          </p:nvPr>
        </p:nvSpPr>
        <p:spPr/>
      </p:sp>
      <p:sp>
        <p:nvSpPr>
          <p:cNvPr id="39939" name="备注占位符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zh-CN" altLang="en-US" dirty="0">
                <a:latin typeface="Arial" panose="020B0604020202020204" pitchFamily="34" charset="0"/>
              </a:rPr>
              <a:t>第</a:t>
            </a:r>
            <a:r>
              <a:rPr lang="en-US" altLang="zh-CN" dirty="0">
                <a:latin typeface="Arial" panose="020B0604020202020204" pitchFamily="34" charset="0"/>
              </a:rPr>
              <a:t>2</a:t>
            </a:r>
            <a:r>
              <a:rPr lang="zh-CN" altLang="en-US" dirty="0">
                <a:latin typeface="Arial" panose="020B0604020202020204" pitchFamily="34" charset="0"/>
              </a:rPr>
              <a:t>步变换时，是错切还是放大</a:t>
            </a:r>
            <a:r>
              <a:rPr lang="en-US" altLang="zh-CN" dirty="0">
                <a:latin typeface="Arial" panose="020B0604020202020204" pitchFamily="34" charset="0"/>
              </a:rPr>
              <a:t>?</a:t>
            </a:r>
          </a:p>
          <a:p>
            <a:r>
              <a:rPr lang="zh-CN" altLang="en-US" dirty="0">
                <a:latin typeface="Arial" panose="020B0604020202020204" pitchFamily="34" charset="0"/>
              </a:rPr>
              <a:t>放大。根据</a:t>
            </a:r>
            <a:r>
              <a:rPr lang="en-US" altLang="zh-CN" dirty="0">
                <a:latin typeface="Arial" panose="020B0604020202020204" pitchFamily="34" charset="0"/>
              </a:rPr>
              <a:t>C’B=</a:t>
            </a:r>
            <a:r>
              <a:rPr lang="en-US" altLang="zh-CN" dirty="0" err="1">
                <a:latin typeface="Arial" panose="020B0604020202020204" pitchFamily="34" charset="0"/>
              </a:rPr>
              <a:t>sqrt</a:t>
            </a:r>
            <a:r>
              <a:rPr lang="en-US" altLang="zh-CN" dirty="0">
                <a:latin typeface="Arial" panose="020B0604020202020204" pitchFamily="34" charset="0"/>
              </a:rPr>
              <a:t>(2)/2</a:t>
            </a:r>
            <a:r>
              <a:rPr lang="zh-CN" altLang="en-US" dirty="0">
                <a:latin typeface="Arial" panose="020B0604020202020204" pitchFamily="34" charset="0"/>
              </a:rPr>
              <a:t>得出</a:t>
            </a:r>
          </a:p>
          <a:p>
            <a:endParaRPr lang="zh-CN" altLang="en-US" dirty="0">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ChangeArrowheads="1" noTextEdit="1"/>
          </p:cNvSpPr>
          <p:nvPr>
            <p:ph type="sldImg"/>
          </p:nvPr>
        </p:nvSpPr>
        <p:spPr/>
      </p:sp>
      <p:sp>
        <p:nvSpPr>
          <p:cNvPr id="41987" name="备注占位符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p:cNvSpPr>
            <a:spLocks noGrp="1" noRot="1" noChangeAspect="1" noChangeArrowheads="1" noTextEdit="1"/>
          </p:cNvSpPr>
          <p:nvPr>
            <p:ph type="sldImg"/>
          </p:nvPr>
        </p:nvSpPr>
        <p:spPr/>
      </p:sp>
      <p:sp>
        <p:nvSpPr>
          <p:cNvPr id="8195" name="备注占位符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zh-CN" altLang="en-US" dirty="0">
                <a:latin typeface="Arial" panose="020B0604020202020204" pitchFamily="34" charset="0"/>
              </a:rPr>
              <a:t>利用</a:t>
            </a:r>
            <a:r>
              <a:rPr lang="en-US" altLang="zh-CN" dirty="0">
                <a:latin typeface="Arial" panose="020B0604020202020204" pitchFamily="34" charset="0"/>
              </a:rPr>
              <a:t>Maya</a:t>
            </a:r>
            <a:r>
              <a:rPr lang="zh-CN" altLang="en-US" dirty="0">
                <a:latin typeface="Arial" panose="020B0604020202020204" pitchFamily="34" charset="0"/>
              </a:rPr>
              <a:t>来介绍</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742950" y="2130425"/>
            <a:ext cx="8420100" cy="1470025"/>
          </a:xfrm>
        </p:spPr>
        <p:txBody>
          <a:bodyPr/>
          <a:lstStyle/>
          <a:p>
            <a:r>
              <a:rPr lang="zh-CN" altLang="en-US"/>
              <a:t>单击此处编辑母版标题样式</a:t>
            </a:r>
          </a:p>
        </p:txBody>
      </p:sp>
      <p:sp>
        <p:nvSpPr>
          <p:cNvPr id="3" name="副标题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p:txBody>
          <a:bodyPr/>
          <a:lstStyle>
            <a:lvl1pPr>
              <a:defRPr/>
            </a:lvl1pPr>
          </a:lstStyle>
          <a:p>
            <a:pPr>
              <a:defRPr/>
            </a:pPr>
            <a:fld id="{179A8738-0964-4768-908E-08CF9F5C0AAD}" type="datetime10">
              <a:rPr lang="zh-CN" altLang="en-US"/>
              <a:t>09:34</a:t>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DB2E10E3-2553-45DA-978B-B1DBCA95FD0F}" type="slidenum">
              <a:rPr lang="zh-CN" altLang="en-US"/>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fld id="{04A499D2-35F5-4FD3-8ED0-706F2140FCA3}" type="datetime10">
              <a:rPr lang="zh-CN" altLang="en-US"/>
              <a:t>09:34</a:t>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3EF7DEB0-D11C-4208-AF79-69536C4C5808}" type="slidenum">
              <a:rPr lang="zh-CN" altLang="en-US"/>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247650" y="1219200"/>
            <a:ext cx="4670425"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070475" y="1219200"/>
            <a:ext cx="4670425"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fld id="{033415DB-5BDD-444E-849A-3739BAEDD28A}" type="datetime10">
              <a:rPr lang="zh-CN" altLang="en-US"/>
              <a:t>09:34</a:t>
            </a:fld>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66722B8F-1B13-4A3C-A731-A803CECC79F0}" type="slidenum">
              <a:rPr lang="zh-CN" altLang="en-US"/>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65100" y="76200"/>
            <a:ext cx="9493250" cy="914400"/>
          </a:xfrm>
        </p:spPr>
        <p:txBody>
          <a:bodyPr/>
          <a:lstStyle/>
          <a:p>
            <a:r>
              <a:rPr lang="zh-CN" altLang="en-US"/>
              <a:t>单击此处编辑母版标题样式</a:t>
            </a:r>
          </a:p>
        </p:txBody>
      </p:sp>
      <p:sp>
        <p:nvSpPr>
          <p:cNvPr id="3" name="文本占位符 2"/>
          <p:cNvSpPr>
            <a:spLocks noGrp="1"/>
          </p:cNvSpPr>
          <p:nvPr>
            <p:ph type="body" sz="half" idx="1"/>
          </p:nvPr>
        </p:nvSpPr>
        <p:spPr>
          <a:xfrm>
            <a:off x="247650" y="1219200"/>
            <a:ext cx="4670425" cy="5181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070475" y="1219200"/>
            <a:ext cx="4670425" cy="5181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fld id="{D5A4BCE0-4057-441C-8C69-F6F8C2AA1E32}" type="datetime10">
              <a:rPr lang="zh-CN" altLang="en-US"/>
              <a:t>09:34</a:t>
            </a:fld>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5C72270F-2932-45A2-9E2C-5E582FB74B3E}" type="slidenum">
              <a:rPr lang="zh-CN" altLang="en-US"/>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65100" y="76200"/>
            <a:ext cx="9493250" cy="914400"/>
          </a:xfrm>
        </p:spPr>
        <p:txBody>
          <a:bodyPr/>
          <a:lstStyle/>
          <a:p>
            <a:r>
              <a:rPr lang="zh-CN" altLang="en-US"/>
              <a:t>单击此处编辑母版标题样式</a:t>
            </a:r>
          </a:p>
        </p:txBody>
      </p:sp>
      <p:sp>
        <p:nvSpPr>
          <p:cNvPr id="3" name="文本占位符 2"/>
          <p:cNvSpPr>
            <a:spLocks noGrp="1"/>
          </p:cNvSpPr>
          <p:nvPr>
            <p:ph type="body" sz="half" idx="1"/>
          </p:nvPr>
        </p:nvSpPr>
        <p:spPr>
          <a:xfrm>
            <a:off x="247650" y="1219200"/>
            <a:ext cx="4670425" cy="5181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5070475" y="1219200"/>
            <a:ext cx="4670425"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5070475" y="3886200"/>
            <a:ext cx="4670425" cy="2514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p:cNvSpPr>
            <a:spLocks noGrp="1" noChangeArrowheads="1"/>
          </p:cNvSpPr>
          <p:nvPr>
            <p:ph type="dt" sz="half" idx="10"/>
          </p:nvPr>
        </p:nvSpPr>
        <p:spPr/>
        <p:txBody>
          <a:bodyPr/>
          <a:lstStyle>
            <a:lvl1pPr>
              <a:defRPr/>
            </a:lvl1pPr>
          </a:lstStyle>
          <a:p>
            <a:pPr>
              <a:defRPr/>
            </a:pPr>
            <a:fld id="{E3B031E8-115A-41C9-8E4A-1B06271E6387}" type="datetime10">
              <a:rPr lang="zh-CN" altLang="en-US"/>
              <a:t>09:34</a:t>
            </a:fld>
            <a:endParaRPr lang="en-US" altLang="zh-CN"/>
          </a:p>
        </p:txBody>
      </p:sp>
      <p:sp>
        <p:nvSpPr>
          <p:cNvPr id="7" name="Rectangle 5"/>
          <p:cNvSpPr>
            <a:spLocks noGrp="1" noChangeArrowheads="1"/>
          </p:cNvSpPr>
          <p:nvPr>
            <p:ph type="ftr" sz="quarter" idx="11"/>
          </p:nvPr>
        </p:nvSpPr>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p:txBody>
          <a:bodyPr/>
          <a:lstStyle>
            <a:lvl1pPr>
              <a:defRPr/>
            </a:lvl1pPr>
          </a:lstStyle>
          <a:p>
            <a:pPr>
              <a:defRPr/>
            </a:pPr>
            <a:fld id="{E0AC374E-2E91-46E3-8364-4DBF1AAE3968}" type="slidenum">
              <a:rPr lang="zh-CN" altLang="en-US"/>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9481C0F5-2B2A-4973-BC95-E4D376A8D8A4}" type="datetime10">
              <a:rPr lang="zh-CN" altLang="en-US" smtClean="0"/>
              <a:t>09:34</a:t>
            </a:fld>
            <a:endParaRPr lang="en-US" altLang="zh-CN"/>
          </a:p>
        </p:txBody>
      </p:sp>
      <p:sp>
        <p:nvSpPr>
          <p:cNvPr id="3" name="页脚占位符 2"/>
          <p:cNvSpPr>
            <a:spLocks noGrp="1"/>
          </p:cNvSpPr>
          <p:nvPr>
            <p:ph type="ftr" sz="quarter" idx="11"/>
          </p:nvPr>
        </p:nvSpPr>
        <p:spPr/>
        <p:txBody>
          <a:bodyPr/>
          <a:lstStyle/>
          <a:p>
            <a:pPr>
              <a:defRPr/>
            </a:pPr>
            <a:endParaRPr lang="en-US" altLang="zh-CN"/>
          </a:p>
        </p:txBody>
      </p:sp>
      <p:sp>
        <p:nvSpPr>
          <p:cNvPr id="4" name="灯片编号占位符 3"/>
          <p:cNvSpPr>
            <a:spLocks noGrp="1"/>
          </p:cNvSpPr>
          <p:nvPr>
            <p:ph type="sldNum" sz="quarter" idx="12"/>
          </p:nvPr>
        </p:nvSpPr>
        <p:spPr/>
        <p:txBody>
          <a:bodyPr/>
          <a:lstStyle/>
          <a:p>
            <a:pPr>
              <a:defRPr/>
            </a:pPr>
            <a:fld id="{AB6DA058-0290-40C9-9605-BA10B45A757C}" type="slidenum">
              <a:rPr lang="zh-CN" altLang="en-US" smtClean="0"/>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65100" y="76200"/>
            <a:ext cx="94932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247650" y="1219200"/>
            <a:ext cx="949325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43364" name="Rectangle 4"/>
          <p:cNvSpPr>
            <a:spLocks noGrp="1" noChangeArrowheads="1"/>
          </p:cNvSpPr>
          <p:nvPr>
            <p:ph type="dt" sz="half" idx="2"/>
          </p:nvPr>
        </p:nvSpPr>
        <p:spPr bwMode="auto">
          <a:xfrm>
            <a:off x="495300" y="6461125"/>
            <a:ext cx="2311400" cy="320675"/>
          </a:xfrm>
          <a:prstGeom prst="rect">
            <a:avLst/>
          </a:prstGeom>
          <a:noFill/>
          <a:ln w="9525">
            <a:noFill/>
            <a:miter lim="800000"/>
          </a:ln>
          <a:effectLst/>
        </p:spPr>
        <p:txBody>
          <a:bodyPr vert="horz" wrap="square" lIns="91440" tIns="45720" rIns="91440" bIns="45720" numCol="1" anchor="t" anchorCtr="0" compatLnSpc="1"/>
          <a:lstStyle>
            <a:lvl1pPr algn="l" eaLnBrk="1" hangingPunct="1">
              <a:defRPr sz="1400" b="0">
                <a:solidFill>
                  <a:schemeClr val="tx1"/>
                </a:solidFill>
                <a:latin typeface="Arial" panose="020B0604020202020204" pitchFamily="34" charset="0"/>
                <a:ea typeface="宋体" panose="02010600030101010101" pitchFamily="2" charset="-122"/>
              </a:defRPr>
            </a:lvl1pPr>
          </a:lstStyle>
          <a:p>
            <a:pPr>
              <a:defRPr/>
            </a:pPr>
            <a:fld id="{9481C0F5-2B2A-4973-BC95-E4D376A8D8A4}" type="datetime10">
              <a:rPr lang="zh-CN" altLang="en-US"/>
              <a:t>09:34</a:t>
            </a:fld>
            <a:endParaRPr lang="en-US" altLang="zh-CN"/>
          </a:p>
        </p:txBody>
      </p:sp>
      <p:sp>
        <p:nvSpPr>
          <p:cNvPr id="143365" name="Rectangle 5"/>
          <p:cNvSpPr>
            <a:spLocks noGrp="1" noChangeArrowheads="1"/>
          </p:cNvSpPr>
          <p:nvPr>
            <p:ph type="ftr" sz="quarter" idx="3"/>
          </p:nvPr>
        </p:nvSpPr>
        <p:spPr bwMode="auto">
          <a:xfrm>
            <a:off x="3384550" y="6461125"/>
            <a:ext cx="3136900" cy="320675"/>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b="0">
                <a:solidFill>
                  <a:schemeClr val="tx1"/>
                </a:solidFill>
                <a:latin typeface="Arial" panose="020B0604020202020204" pitchFamily="34" charset="0"/>
                <a:ea typeface="宋体" panose="02010600030101010101" pitchFamily="2" charset="-122"/>
              </a:defRPr>
            </a:lvl1pPr>
          </a:lstStyle>
          <a:p>
            <a:pPr>
              <a:defRPr/>
            </a:pPr>
            <a:endParaRPr lang="en-US" altLang="zh-CN"/>
          </a:p>
        </p:txBody>
      </p:sp>
      <p:sp>
        <p:nvSpPr>
          <p:cNvPr id="143366" name="Rectangle 6"/>
          <p:cNvSpPr>
            <a:spLocks noGrp="1" noChangeArrowheads="1"/>
          </p:cNvSpPr>
          <p:nvPr>
            <p:ph type="sldNum" sz="quarter" idx="4"/>
          </p:nvPr>
        </p:nvSpPr>
        <p:spPr bwMode="auto">
          <a:xfrm>
            <a:off x="7099300" y="6461125"/>
            <a:ext cx="2311400" cy="320675"/>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b="0">
                <a:solidFill>
                  <a:schemeClr val="tx1"/>
                </a:solidFill>
                <a:ea typeface="宋体" panose="02010600030101010101" pitchFamily="2" charset="-122"/>
              </a:defRPr>
            </a:lvl1pPr>
          </a:lstStyle>
          <a:p>
            <a:pPr>
              <a:defRPr/>
            </a:pPr>
            <a:fld id="{AB6DA058-0290-40C9-9605-BA10B45A757C}" type="slidenum">
              <a:rPr lang="zh-CN" altLang="en-US"/>
              <a:t>‹#›</a:t>
            </a:fld>
            <a:endParaRPr lang="en-US" altLang="zh-CN"/>
          </a:p>
        </p:txBody>
      </p:sp>
      <p:pic>
        <p:nvPicPr>
          <p:cNvPr id="1031"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5100" y="152400"/>
            <a:ext cx="11557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Line 8"/>
          <p:cNvSpPr>
            <a:spLocks noChangeShapeType="1"/>
          </p:cNvSpPr>
          <p:nvPr/>
        </p:nvSpPr>
        <p:spPr bwMode="auto">
          <a:xfrm>
            <a:off x="660400" y="990600"/>
            <a:ext cx="6686550" cy="0"/>
          </a:xfrm>
          <a:prstGeom prst="line">
            <a:avLst/>
          </a:prstGeom>
          <a:noFill/>
          <a:ln w="508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p:txStyles>
    <p:titleStyle>
      <a:lvl1pPr algn="ctr" rtl="0" eaLnBrk="0" fontAlgn="base" hangingPunct="0">
        <a:spcBef>
          <a:spcPct val="0"/>
        </a:spcBef>
        <a:spcAft>
          <a:spcPct val="0"/>
        </a:spcAft>
        <a:defRPr sz="4400">
          <a:solidFill>
            <a:schemeClr val="accent2"/>
          </a:solidFill>
          <a:latin typeface="+mj-lt"/>
          <a:ea typeface="+mj-ea"/>
          <a:cs typeface="+mj-cs"/>
        </a:defRPr>
      </a:lvl1pPr>
      <a:lvl2pPr algn="ctr" rtl="0" eaLnBrk="0" fontAlgn="base" hangingPunct="0">
        <a:spcBef>
          <a:spcPct val="0"/>
        </a:spcBef>
        <a:spcAft>
          <a:spcPct val="0"/>
        </a:spcAft>
        <a:defRPr sz="4400">
          <a:solidFill>
            <a:schemeClr val="accent2"/>
          </a:solidFill>
          <a:latin typeface="Arial" panose="020B0604020202020204" pitchFamily="34" charset="0"/>
        </a:defRPr>
      </a:lvl2pPr>
      <a:lvl3pPr algn="ctr" rtl="0" eaLnBrk="0" fontAlgn="base" hangingPunct="0">
        <a:spcBef>
          <a:spcPct val="0"/>
        </a:spcBef>
        <a:spcAft>
          <a:spcPct val="0"/>
        </a:spcAft>
        <a:defRPr sz="4400">
          <a:solidFill>
            <a:schemeClr val="accent2"/>
          </a:solidFill>
          <a:latin typeface="Arial" panose="020B0604020202020204" pitchFamily="34" charset="0"/>
        </a:defRPr>
      </a:lvl3pPr>
      <a:lvl4pPr algn="ctr" rtl="0" eaLnBrk="0" fontAlgn="base" hangingPunct="0">
        <a:spcBef>
          <a:spcPct val="0"/>
        </a:spcBef>
        <a:spcAft>
          <a:spcPct val="0"/>
        </a:spcAft>
        <a:defRPr sz="4400">
          <a:solidFill>
            <a:schemeClr val="accent2"/>
          </a:solidFill>
          <a:latin typeface="Arial" panose="020B0604020202020204" pitchFamily="34" charset="0"/>
        </a:defRPr>
      </a:lvl4pPr>
      <a:lvl5pPr algn="ctr" rtl="0" eaLnBrk="0" fontAlgn="base" hangingPunct="0">
        <a:spcBef>
          <a:spcPct val="0"/>
        </a:spcBef>
        <a:spcAft>
          <a:spcPct val="0"/>
        </a:spcAft>
        <a:defRPr sz="4400">
          <a:solidFill>
            <a:schemeClr val="accent2"/>
          </a:solidFill>
          <a:latin typeface="Arial" panose="020B0604020202020204" pitchFamily="34" charset="0"/>
        </a:defRPr>
      </a:lvl5pPr>
      <a:lvl6pPr marL="457200" algn="ctr" rtl="0" fontAlgn="base">
        <a:spcBef>
          <a:spcPct val="0"/>
        </a:spcBef>
        <a:spcAft>
          <a:spcPct val="0"/>
        </a:spcAft>
        <a:defRPr sz="4400">
          <a:solidFill>
            <a:schemeClr val="accent2"/>
          </a:solidFill>
          <a:latin typeface="Arial" panose="020B0604020202020204" pitchFamily="34" charset="0"/>
        </a:defRPr>
      </a:lvl6pPr>
      <a:lvl7pPr marL="914400" algn="ctr" rtl="0" fontAlgn="base">
        <a:spcBef>
          <a:spcPct val="0"/>
        </a:spcBef>
        <a:spcAft>
          <a:spcPct val="0"/>
        </a:spcAft>
        <a:defRPr sz="4400">
          <a:solidFill>
            <a:schemeClr val="accent2"/>
          </a:solidFill>
          <a:latin typeface="Arial" panose="020B0604020202020204" pitchFamily="34" charset="0"/>
        </a:defRPr>
      </a:lvl7pPr>
      <a:lvl8pPr marL="1371600" algn="ctr" rtl="0" fontAlgn="base">
        <a:spcBef>
          <a:spcPct val="0"/>
        </a:spcBef>
        <a:spcAft>
          <a:spcPct val="0"/>
        </a:spcAft>
        <a:defRPr sz="4400">
          <a:solidFill>
            <a:schemeClr val="accent2"/>
          </a:solidFill>
          <a:latin typeface="Arial" panose="020B0604020202020204" pitchFamily="34" charset="0"/>
        </a:defRPr>
      </a:lvl8pPr>
      <a:lvl9pPr marL="1828800" algn="ctr" rtl="0" fontAlgn="base">
        <a:spcBef>
          <a:spcPct val="0"/>
        </a:spcBef>
        <a:spcAft>
          <a:spcPct val="0"/>
        </a:spcAft>
        <a:defRPr sz="4400">
          <a:solidFill>
            <a:schemeClr val="accent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2.png"/><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2.w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notesSlide" Target="../notesSlides/notesSlide6.xml"/><Relationship Id="rId7" Type="http://schemas.openxmlformats.org/officeDocument/2006/relationships/image" Target="../media/image14.wmf"/><Relationship Id="rId2" Type="http://schemas.openxmlformats.org/officeDocument/2006/relationships/slideLayout" Target="../slideLayouts/slideLayout5.xml"/><Relationship Id="rId1" Type="http://schemas.openxmlformats.org/officeDocument/2006/relationships/vmlDrawing" Target="../drawings/vmlDrawing3.vml"/><Relationship Id="rId6" Type="http://schemas.openxmlformats.org/officeDocument/2006/relationships/oleObject" Target="../embeddings/oleObject4.bin"/><Relationship Id="rId5" Type="http://schemas.openxmlformats.org/officeDocument/2006/relationships/image" Target="../media/image13.emf"/><Relationship Id="rId4" Type="http://schemas.openxmlformats.org/officeDocument/2006/relationships/oleObject" Target="../embeddings/oleObject3.bin"/><Relationship Id="rId9" Type="http://schemas.openxmlformats.org/officeDocument/2006/relationships/image" Target="../media/image15.wmf"/></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7.wmf"/></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9.bin"/><Relationship Id="rId13" Type="http://schemas.openxmlformats.org/officeDocument/2006/relationships/image" Target="../media/image21.wmf"/><Relationship Id="rId3" Type="http://schemas.openxmlformats.org/officeDocument/2006/relationships/notesSlide" Target="../notesSlides/notesSlide7.xml"/><Relationship Id="rId7" Type="http://schemas.openxmlformats.org/officeDocument/2006/relationships/image" Target="../media/image19.wmf"/><Relationship Id="rId12" Type="http://schemas.openxmlformats.org/officeDocument/2006/relationships/oleObject" Target="../embeddings/oleObject11.bin"/><Relationship Id="rId2" Type="http://schemas.openxmlformats.org/officeDocument/2006/relationships/slideLayout" Target="../slideLayouts/slideLayout5.xml"/><Relationship Id="rId1" Type="http://schemas.openxmlformats.org/officeDocument/2006/relationships/vmlDrawing" Target="../drawings/vmlDrawing5.vml"/><Relationship Id="rId6" Type="http://schemas.openxmlformats.org/officeDocument/2006/relationships/oleObject" Target="../embeddings/oleObject8.bin"/><Relationship Id="rId11" Type="http://schemas.openxmlformats.org/officeDocument/2006/relationships/image" Target="../media/image20.wmf"/><Relationship Id="rId5" Type="http://schemas.openxmlformats.org/officeDocument/2006/relationships/image" Target="../media/image18.wmf"/><Relationship Id="rId10" Type="http://schemas.openxmlformats.org/officeDocument/2006/relationships/oleObject" Target="../embeddings/oleObject10.bin"/><Relationship Id="rId4" Type="http://schemas.openxmlformats.org/officeDocument/2006/relationships/oleObject" Target="../embeddings/oleObject7.bin"/><Relationship Id="rId9" Type="http://schemas.openxmlformats.org/officeDocument/2006/relationships/image" Target="../media/image17.wmf"/></Relationships>
</file>

<file path=ppt/slides/_rels/slide14.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slideLayout" Target="../slideLayouts/slideLayout5.xml"/><Relationship Id="rId1" Type="http://schemas.openxmlformats.org/officeDocument/2006/relationships/vmlDrawing" Target="../drawings/vmlDrawing6.vml"/><Relationship Id="rId6" Type="http://schemas.openxmlformats.org/officeDocument/2006/relationships/image" Target="../media/image17.wmf"/><Relationship Id="rId5" Type="http://schemas.openxmlformats.org/officeDocument/2006/relationships/oleObject" Target="../embeddings/oleObject13.bin"/><Relationship Id="rId4" Type="http://schemas.openxmlformats.org/officeDocument/2006/relationships/image" Target="../media/image19.w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7.bin"/><Relationship Id="rId13" Type="http://schemas.openxmlformats.org/officeDocument/2006/relationships/image" Target="../media/image27.wmf"/><Relationship Id="rId3" Type="http://schemas.openxmlformats.org/officeDocument/2006/relationships/notesSlide" Target="../notesSlides/notesSlide8.xml"/><Relationship Id="rId7" Type="http://schemas.openxmlformats.org/officeDocument/2006/relationships/image" Target="../media/image24.wmf"/><Relationship Id="rId12" Type="http://schemas.openxmlformats.org/officeDocument/2006/relationships/oleObject" Target="../embeddings/oleObject19.bin"/><Relationship Id="rId17" Type="http://schemas.openxmlformats.org/officeDocument/2006/relationships/image" Target="../media/image29.wmf"/><Relationship Id="rId2" Type="http://schemas.openxmlformats.org/officeDocument/2006/relationships/slideLayout" Target="../slideLayouts/slideLayout2.xml"/><Relationship Id="rId16" Type="http://schemas.openxmlformats.org/officeDocument/2006/relationships/oleObject" Target="../embeddings/oleObject21.bin"/><Relationship Id="rId1" Type="http://schemas.openxmlformats.org/officeDocument/2006/relationships/vmlDrawing" Target="../drawings/vmlDrawing7.vml"/><Relationship Id="rId6" Type="http://schemas.openxmlformats.org/officeDocument/2006/relationships/oleObject" Target="../embeddings/oleObject16.bin"/><Relationship Id="rId11" Type="http://schemas.openxmlformats.org/officeDocument/2006/relationships/image" Target="../media/image26.wmf"/><Relationship Id="rId5" Type="http://schemas.openxmlformats.org/officeDocument/2006/relationships/image" Target="../media/image23.wmf"/><Relationship Id="rId15" Type="http://schemas.openxmlformats.org/officeDocument/2006/relationships/image" Target="../media/image28.wmf"/><Relationship Id="rId10" Type="http://schemas.openxmlformats.org/officeDocument/2006/relationships/oleObject" Target="../embeddings/oleObject18.bin"/><Relationship Id="rId4" Type="http://schemas.openxmlformats.org/officeDocument/2006/relationships/oleObject" Target="../embeddings/oleObject15.bin"/><Relationship Id="rId9" Type="http://schemas.openxmlformats.org/officeDocument/2006/relationships/image" Target="../media/image25.wmf"/><Relationship Id="rId14" Type="http://schemas.openxmlformats.org/officeDocument/2006/relationships/oleObject" Target="../embeddings/oleObject20.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notesSlide" Target="../notesSlides/notesSlide9.xml"/><Relationship Id="rId7" Type="http://schemas.openxmlformats.org/officeDocument/2006/relationships/image" Target="../media/image30.w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23.bin"/><Relationship Id="rId5" Type="http://schemas.openxmlformats.org/officeDocument/2006/relationships/image" Target="../media/image18.wmf"/><Relationship Id="rId4" Type="http://schemas.openxmlformats.org/officeDocument/2006/relationships/oleObject" Target="../embeddings/oleObject22.bin"/><Relationship Id="rId9" Type="http://schemas.openxmlformats.org/officeDocument/2006/relationships/image" Target="../media/image31.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27.bin"/><Relationship Id="rId3" Type="http://schemas.openxmlformats.org/officeDocument/2006/relationships/notesSlide" Target="../notesSlides/notesSlide10.xml"/><Relationship Id="rId7" Type="http://schemas.openxmlformats.org/officeDocument/2006/relationships/image" Target="../media/image33.emf"/><Relationship Id="rId2" Type="http://schemas.openxmlformats.org/officeDocument/2006/relationships/slideLayout" Target="../slideLayouts/slideLayout4.xml"/><Relationship Id="rId1" Type="http://schemas.openxmlformats.org/officeDocument/2006/relationships/vmlDrawing" Target="../drawings/vmlDrawing9.vml"/><Relationship Id="rId6" Type="http://schemas.openxmlformats.org/officeDocument/2006/relationships/oleObject" Target="../embeddings/oleObject26.bin"/><Relationship Id="rId5" Type="http://schemas.openxmlformats.org/officeDocument/2006/relationships/image" Target="../media/image32.wmf"/><Relationship Id="rId4" Type="http://schemas.openxmlformats.org/officeDocument/2006/relationships/oleObject" Target="../embeddings/oleObject25.bin"/><Relationship Id="rId9" Type="http://schemas.openxmlformats.org/officeDocument/2006/relationships/image" Target="../media/image34.wmf"/></Relationships>
</file>

<file path=ppt/slides/_rels/slide20.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oleObject" Target="../embeddings/oleObject28.bin"/><Relationship Id="rId7" Type="http://schemas.openxmlformats.org/officeDocument/2006/relationships/oleObject" Target="../embeddings/oleObject30.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37.wmf"/><Relationship Id="rId5" Type="http://schemas.openxmlformats.org/officeDocument/2006/relationships/oleObject" Target="../embeddings/oleObject29.bin"/><Relationship Id="rId4" Type="http://schemas.openxmlformats.org/officeDocument/2006/relationships/image" Target="../media/image36.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39.wmf"/></Relationships>
</file>

<file path=ppt/slides/_rels/slide23.x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oleObject" Target="../embeddings/oleObject32.bin"/><Relationship Id="rId7" Type="http://schemas.openxmlformats.org/officeDocument/2006/relationships/oleObject" Target="../embeddings/oleObject34.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41.wmf"/><Relationship Id="rId5" Type="http://schemas.openxmlformats.org/officeDocument/2006/relationships/oleObject" Target="../embeddings/oleObject33.bin"/><Relationship Id="rId10" Type="http://schemas.openxmlformats.org/officeDocument/2006/relationships/image" Target="../media/image43.wmf"/><Relationship Id="rId4" Type="http://schemas.openxmlformats.org/officeDocument/2006/relationships/image" Target="../media/image40.emf"/><Relationship Id="rId9" Type="http://schemas.openxmlformats.org/officeDocument/2006/relationships/oleObject" Target="../embeddings/oleObject35.bin"/></Relationships>
</file>

<file path=ppt/slides/_rels/slide24.xml.rels><?xml version="1.0" encoding="UTF-8" standalone="yes"?>
<Relationships xmlns="http://schemas.openxmlformats.org/package/2006/relationships"><Relationship Id="rId8" Type="http://schemas.openxmlformats.org/officeDocument/2006/relationships/image" Target="../media/image46.wmf"/><Relationship Id="rId3" Type="http://schemas.openxmlformats.org/officeDocument/2006/relationships/oleObject" Target="../embeddings/oleObject36.bin"/><Relationship Id="rId7" Type="http://schemas.openxmlformats.org/officeDocument/2006/relationships/oleObject" Target="../embeddings/oleObject38.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45.wmf"/><Relationship Id="rId5" Type="http://schemas.openxmlformats.org/officeDocument/2006/relationships/oleObject" Target="../embeddings/oleObject37.bin"/><Relationship Id="rId10" Type="http://schemas.openxmlformats.org/officeDocument/2006/relationships/image" Target="../media/image47.emf"/><Relationship Id="rId4" Type="http://schemas.openxmlformats.org/officeDocument/2006/relationships/image" Target="../media/image44.wmf"/><Relationship Id="rId9" Type="http://schemas.openxmlformats.org/officeDocument/2006/relationships/oleObject" Target="../embeddings/oleObject39.bin"/></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vmlDrawing" Target="../drawings/vmlDrawing14.vml"/><Relationship Id="rId5" Type="http://schemas.openxmlformats.org/officeDocument/2006/relationships/image" Target="../media/image48.emf"/><Relationship Id="rId4" Type="http://schemas.openxmlformats.org/officeDocument/2006/relationships/oleObject" Target="../embeddings/Microsoft_Visio_2003-2010_Drawing.vsd"/></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mlDrawing" Target="../drawings/vmlDrawing15.vml"/><Relationship Id="rId5" Type="http://schemas.openxmlformats.org/officeDocument/2006/relationships/image" Target="../media/image49.wmf"/><Relationship Id="rId4" Type="http://schemas.openxmlformats.org/officeDocument/2006/relationships/oleObject" Target="../embeddings/oleObject40.bin"/></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50.wmf"/></Relationships>
</file>

<file path=ppt/slides/_rels/slide29.xml.rels><?xml version="1.0" encoding="UTF-8" standalone="yes"?>
<Relationships xmlns="http://schemas.openxmlformats.org/package/2006/relationships"><Relationship Id="rId8" Type="http://schemas.openxmlformats.org/officeDocument/2006/relationships/image" Target="../media/image52.wmf"/><Relationship Id="rId3" Type="http://schemas.openxmlformats.org/officeDocument/2006/relationships/notesSlide" Target="../notesSlides/notesSlide14.xml"/><Relationship Id="rId7" Type="http://schemas.openxmlformats.org/officeDocument/2006/relationships/oleObject" Target="../embeddings/oleObject43.bin"/><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51.wmf"/><Relationship Id="rId5" Type="http://schemas.openxmlformats.org/officeDocument/2006/relationships/oleObject" Target="../embeddings/oleObject42.bin"/><Relationship Id="rId10" Type="http://schemas.openxmlformats.org/officeDocument/2006/relationships/image" Target="../media/image53.wmf"/><Relationship Id="rId4" Type="http://schemas.openxmlformats.org/officeDocument/2006/relationships/hyperlink" Target="08_2D%20Transform/&#22797;&#21512;&#24179;&#31227;.SWF" TargetMode="External"/><Relationship Id="rId9" Type="http://schemas.openxmlformats.org/officeDocument/2006/relationships/oleObject" Target="../embeddings/oleObject44.bin"/></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46.bin"/><Relationship Id="rId13" Type="http://schemas.openxmlformats.org/officeDocument/2006/relationships/image" Target="../media/image57.wmf"/><Relationship Id="rId3" Type="http://schemas.openxmlformats.org/officeDocument/2006/relationships/notesSlide" Target="../notesSlides/notesSlide15.xml"/><Relationship Id="rId7" Type="http://schemas.openxmlformats.org/officeDocument/2006/relationships/image" Target="../media/image54.wmf"/><Relationship Id="rId12" Type="http://schemas.openxmlformats.org/officeDocument/2006/relationships/oleObject" Target="../embeddings/oleObject48.bin"/><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oleObject" Target="../embeddings/oleObject45.bin"/><Relationship Id="rId11" Type="http://schemas.openxmlformats.org/officeDocument/2006/relationships/image" Target="../media/image56.wmf"/><Relationship Id="rId5" Type="http://schemas.openxmlformats.org/officeDocument/2006/relationships/hyperlink" Target="08_2D%20Transform/&#22797;&#21512;&#26059;&#36716;&#21464;&#25442;.SWF" TargetMode="External"/><Relationship Id="rId10" Type="http://schemas.openxmlformats.org/officeDocument/2006/relationships/oleObject" Target="../embeddings/oleObject47.bin"/><Relationship Id="rId4" Type="http://schemas.openxmlformats.org/officeDocument/2006/relationships/hyperlink" Target="08_2D%20Transform/&#22797;&#21512;&#27604;&#20363;.SWF" TargetMode="External"/><Relationship Id="rId9" Type="http://schemas.openxmlformats.org/officeDocument/2006/relationships/image" Target="../media/image55.wmf"/></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vmlDrawing" Target="../drawings/vmlDrawing19.vml"/><Relationship Id="rId5" Type="http://schemas.openxmlformats.org/officeDocument/2006/relationships/image" Target="../media/image58.emf"/><Relationship Id="rId4" Type="http://schemas.openxmlformats.org/officeDocument/2006/relationships/oleObject" Target="../embeddings/oleObject49.bin"/></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vmlDrawing" Target="../drawings/vmlDrawing20.vml"/><Relationship Id="rId5" Type="http://schemas.openxmlformats.org/officeDocument/2006/relationships/image" Target="../media/image48.emf"/><Relationship Id="rId4" Type="http://schemas.openxmlformats.org/officeDocument/2006/relationships/oleObject" Target="../embeddings/oleObject50.bin"/></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vmlDrawing" Target="../drawings/vmlDrawing21.vml"/><Relationship Id="rId5" Type="http://schemas.openxmlformats.org/officeDocument/2006/relationships/image" Target="../media/image59.wmf"/><Relationship Id="rId4" Type="http://schemas.openxmlformats.org/officeDocument/2006/relationships/oleObject" Target="../embeddings/oleObject51.bin"/></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54.bin"/><Relationship Id="rId3" Type="http://schemas.openxmlformats.org/officeDocument/2006/relationships/notesSlide" Target="../notesSlides/notesSlide20.xml"/><Relationship Id="rId7" Type="http://schemas.openxmlformats.org/officeDocument/2006/relationships/image" Target="../media/image61.wmf"/><Relationship Id="rId2" Type="http://schemas.openxmlformats.org/officeDocument/2006/relationships/slideLayout" Target="../slideLayouts/slideLayout4.xml"/><Relationship Id="rId1" Type="http://schemas.openxmlformats.org/officeDocument/2006/relationships/vmlDrawing" Target="../drawings/vmlDrawing22.vml"/><Relationship Id="rId6" Type="http://schemas.openxmlformats.org/officeDocument/2006/relationships/oleObject" Target="../embeddings/oleObject53.bin"/><Relationship Id="rId5" Type="http://schemas.openxmlformats.org/officeDocument/2006/relationships/image" Target="../media/image60.wmf"/><Relationship Id="rId4" Type="http://schemas.openxmlformats.org/officeDocument/2006/relationships/oleObject" Target="../embeddings/oleObject52.bin"/><Relationship Id="rId9" Type="http://schemas.openxmlformats.org/officeDocument/2006/relationships/image" Target="../media/image62.emf"/></Relationships>
</file>

<file path=ppt/slides/_rels/slide3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2" name="Object 3"/>
          <p:cNvGraphicFramePr>
            <a:graphicFrameLocks noChangeAspect="1"/>
          </p:cNvGraphicFramePr>
          <p:nvPr/>
        </p:nvGraphicFramePr>
        <p:xfrm>
          <a:off x="2062163" y="1600200"/>
          <a:ext cx="5861050" cy="3581400"/>
        </p:xfrm>
        <a:graphic>
          <a:graphicData uri="http://schemas.openxmlformats.org/presentationml/2006/ole">
            <mc:AlternateContent xmlns:mc="http://schemas.openxmlformats.org/markup-compatibility/2006">
              <mc:Choice xmlns:v="urn:schemas-microsoft-com:vml" Requires="v">
                <p:oleObj spid="_x0000_s42037" name="Image" r:id="rId4" imgW="7048500" imgH="3975100" progId="Photoshop.Image.7">
                  <p:embed/>
                </p:oleObj>
              </mc:Choice>
              <mc:Fallback>
                <p:oleObj name="Image" r:id="rId4" imgW="7048500" imgH="3975100" progId="Photoshop.Image.7">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62163" y="1600200"/>
                        <a:ext cx="586105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3" name="Rectangle 4"/>
          <p:cNvSpPr>
            <a:spLocks noGrp="1" noChangeArrowheads="1"/>
          </p:cNvSpPr>
          <p:nvPr>
            <p:ph type="ctrTitle"/>
          </p:nvPr>
        </p:nvSpPr>
        <p:spPr>
          <a:xfrm>
            <a:off x="2209800" y="152400"/>
            <a:ext cx="4953000" cy="762000"/>
          </a:xfrm>
        </p:spPr>
        <p:txBody>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二维几何变换</a:t>
            </a:r>
          </a:p>
        </p:txBody>
      </p:sp>
      <p:sp>
        <p:nvSpPr>
          <p:cNvPr id="5124" name="Rectangle 5"/>
          <p:cNvSpPr>
            <a:spLocks noChangeArrowheads="1"/>
          </p:cNvSpPr>
          <p:nvPr/>
        </p:nvSpPr>
        <p:spPr bwMode="auto">
          <a:xfrm>
            <a:off x="4191000" y="1066801"/>
            <a:ext cx="2895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pPr>
            <a:r>
              <a:rPr lang="zh-CN" altLang="en-US" sz="2800" b="0" dirty="0">
                <a:solidFill>
                  <a:schemeClr val="accent2"/>
                </a:solidFill>
                <a:latin typeface="微软雅黑" panose="020B0503020204020204" pitchFamily="34" charset="-122"/>
                <a:ea typeface="微软雅黑" panose="020B0503020204020204" pitchFamily="34" charset="-122"/>
              </a:rPr>
              <a:t>计算机图形学</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灯片编号占位符 6"/>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FEB5DCB-09DE-475E-AA98-96A627510F3A}" type="slidenum">
              <a:rPr lang="zh-CN" altLang="en-US" sz="1400" smtClean="0">
                <a:latin typeface="Arial" panose="020B0604020202020204" pitchFamily="34" charset="0"/>
              </a:rPr>
              <a:t>2</a:t>
            </a:fld>
            <a:endParaRPr lang="en-US" altLang="zh-CN" sz="1400">
              <a:latin typeface="Arial" panose="020B0604020202020204" pitchFamily="34" charset="0"/>
            </a:endParaRPr>
          </a:p>
        </p:txBody>
      </p:sp>
      <p:sp>
        <p:nvSpPr>
          <p:cNvPr id="3079" name="Rectangle 3"/>
          <p:cNvSpPr>
            <a:spLocks noGrp="1" noChangeArrowheads="1"/>
          </p:cNvSpPr>
          <p:nvPr>
            <p:ph type="body" sz="half" idx="1"/>
          </p:nvPr>
        </p:nvSpPr>
        <p:spPr>
          <a:xfrm>
            <a:off x="219075" y="1244600"/>
            <a:ext cx="9034463" cy="1160463"/>
          </a:xfrm>
        </p:spPr>
        <p:txBody>
          <a:bodyPr/>
          <a:lstStyle/>
          <a:p>
            <a:pPr algn="just" eaLnBrk="1" hangingPunct="1">
              <a:buFontTx/>
              <a:buNone/>
            </a:pPr>
            <a:r>
              <a:rPr lang="zh-CN" altLang="en-US" sz="2800" b="1">
                <a:ea typeface="宋体" panose="02010600030101010101" pitchFamily="2" charset="-122"/>
              </a:rPr>
              <a:t>组合场景</a:t>
            </a:r>
            <a:endParaRPr lang="zh-CN" altLang="en-US" sz="2800">
              <a:ea typeface="宋体" panose="02010600030101010101" pitchFamily="2" charset="-122"/>
            </a:endParaRPr>
          </a:p>
        </p:txBody>
      </p:sp>
      <p:sp>
        <p:nvSpPr>
          <p:cNvPr id="4100" name="Rectangle 5"/>
          <p:cNvSpPr>
            <a:spLocks noChangeArrowheads="1"/>
          </p:cNvSpPr>
          <p:nvPr/>
        </p:nvSpPr>
        <p:spPr bwMode="auto">
          <a:xfrm>
            <a:off x="165100" y="76200"/>
            <a:ext cx="94932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zh-CN" altLang="en-US" sz="4400" b="0" dirty="0">
                <a:solidFill>
                  <a:schemeClr val="accent2"/>
                </a:solidFill>
                <a:latin typeface="Arial" panose="020B0604020202020204" pitchFamily="34" charset="0"/>
                <a:ea typeface="宋体" panose="02010600030101010101" pitchFamily="2" charset="-122"/>
              </a:rPr>
              <a:t>问题提出</a:t>
            </a:r>
          </a:p>
        </p:txBody>
      </p:sp>
      <p:sp>
        <p:nvSpPr>
          <p:cNvPr id="4101" name="Rectangle 9"/>
          <p:cNvSpPr>
            <a:spLocks noChangeArrowheads="1"/>
          </p:cNvSpPr>
          <p:nvPr/>
        </p:nvSpPr>
        <p:spPr bwMode="auto">
          <a:xfrm>
            <a:off x="0" y="0"/>
            <a:ext cx="9906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a:solidFill>
                <a:schemeClr val="accent2"/>
              </a:solidFill>
              <a:latin typeface="Arial" panose="020B0604020202020204" pitchFamily="34" charset="0"/>
            </a:endParaRPr>
          </a:p>
        </p:txBody>
      </p:sp>
      <p:sp>
        <p:nvSpPr>
          <p:cNvPr id="4102" name="Rectangle 11"/>
          <p:cNvSpPr>
            <a:spLocks noChangeArrowheads="1"/>
          </p:cNvSpPr>
          <p:nvPr/>
        </p:nvSpPr>
        <p:spPr bwMode="auto">
          <a:xfrm>
            <a:off x="0" y="0"/>
            <a:ext cx="9906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a:solidFill>
                <a:schemeClr val="accent2"/>
              </a:solidFill>
              <a:latin typeface="Arial" panose="020B0604020202020204" pitchFamily="34" charset="0"/>
            </a:endParaRPr>
          </a:p>
        </p:txBody>
      </p:sp>
      <p:sp>
        <p:nvSpPr>
          <p:cNvPr id="4103"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6D832D5-B685-4110-8AE2-82E697EB705C}" type="datetime10">
              <a:rPr lang="zh-CN" altLang="en-US" sz="1400" smtClean="0">
                <a:latin typeface="Arial" panose="020B0604020202020204" pitchFamily="34" charset="0"/>
              </a:rPr>
              <a:t>09:34</a:t>
            </a:fld>
            <a:endParaRPr lang="en-US" altLang="zh-CN" sz="1400">
              <a:latin typeface="Arial" panose="020B0604020202020204" pitchFamily="34" charset="0"/>
            </a:endParaRPr>
          </a:p>
        </p:txBody>
      </p:sp>
      <p:pic>
        <p:nvPicPr>
          <p:cNvPr id="410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8150" y="2157413"/>
            <a:ext cx="8651875" cy="322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79">
                                            <p:txEl>
                                              <p:pRg st="0" end="0"/>
                                            </p:txEl>
                                          </p:spTgt>
                                        </p:tgtEl>
                                        <p:attrNameLst>
                                          <p:attrName>style.visibility</p:attrName>
                                        </p:attrNameLst>
                                      </p:cBhvr>
                                      <p:to>
                                        <p:strVal val="visible"/>
                                      </p:to>
                                    </p:set>
                                    <p:animEffect transition="in" filter="blinds(horizontal)">
                                      <p:cBhvr>
                                        <p:cTn id="7" dur="500"/>
                                        <p:tgtEl>
                                          <p:spTgt spid="307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灯片编号占位符 6"/>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2B46247-DD7C-4B0A-9540-1CF8FCB79934}" type="slidenum">
              <a:rPr lang="zh-CN" altLang="en-US" sz="1400" smtClean="0">
                <a:latin typeface="Arial" panose="020B0604020202020204" pitchFamily="34" charset="0"/>
              </a:rPr>
              <a:t>3</a:t>
            </a:fld>
            <a:endParaRPr lang="en-US" altLang="zh-CN" sz="1400">
              <a:latin typeface="Arial" panose="020B0604020202020204" pitchFamily="34" charset="0"/>
            </a:endParaRPr>
          </a:p>
        </p:txBody>
      </p:sp>
      <p:sp>
        <p:nvSpPr>
          <p:cNvPr id="3079" name="Rectangle 3"/>
          <p:cNvSpPr>
            <a:spLocks noGrp="1" noChangeArrowheads="1"/>
          </p:cNvSpPr>
          <p:nvPr>
            <p:ph type="body" sz="half" idx="1"/>
          </p:nvPr>
        </p:nvSpPr>
        <p:spPr>
          <a:xfrm>
            <a:off x="219075" y="1244600"/>
            <a:ext cx="9034463" cy="1160463"/>
          </a:xfrm>
        </p:spPr>
        <p:txBody>
          <a:bodyPr/>
          <a:lstStyle/>
          <a:p>
            <a:pPr algn="just" eaLnBrk="1" hangingPunct="1">
              <a:buFontTx/>
              <a:buNone/>
            </a:pPr>
            <a:r>
              <a:rPr lang="zh-CN" altLang="en-US" sz="2800" b="1">
                <a:ea typeface="宋体" panose="02010600030101010101" pitchFamily="2" charset="-122"/>
              </a:rPr>
              <a:t>雪花的构造</a:t>
            </a:r>
            <a:endParaRPr lang="zh-CN" altLang="en-US" sz="2800">
              <a:ea typeface="宋体" panose="02010600030101010101" pitchFamily="2" charset="-122"/>
            </a:endParaRPr>
          </a:p>
        </p:txBody>
      </p:sp>
      <p:sp>
        <p:nvSpPr>
          <p:cNvPr id="5124" name="Rectangle 5"/>
          <p:cNvSpPr>
            <a:spLocks noChangeArrowheads="1"/>
          </p:cNvSpPr>
          <p:nvPr/>
        </p:nvSpPr>
        <p:spPr bwMode="auto">
          <a:xfrm>
            <a:off x="165100" y="76200"/>
            <a:ext cx="94932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zh-CN" altLang="en-US" sz="4400" b="0" dirty="0">
                <a:solidFill>
                  <a:schemeClr val="accent2"/>
                </a:solidFill>
                <a:latin typeface="Arial" panose="020B0604020202020204" pitchFamily="34" charset="0"/>
                <a:ea typeface="宋体" panose="02010600030101010101" pitchFamily="2" charset="-122"/>
              </a:rPr>
              <a:t>问题提出</a:t>
            </a:r>
          </a:p>
        </p:txBody>
      </p:sp>
      <p:sp>
        <p:nvSpPr>
          <p:cNvPr id="5125" name="Rectangle 9"/>
          <p:cNvSpPr>
            <a:spLocks noChangeArrowheads="1"/>
          </p:cNvSpPr>
          <p:nvPr/>
        </p:nvSpPr>
        <p:spPr bwMode="auto">
          <a:xfrm>
            <a:off x="0" y="0"/>
            <a:ext cx="9906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a:solidFill>
                <a:schemeClr val="accent2"/>
              </a:solidFill>
              <a:latin typeface="Arial" panose="020B0604020202020204" pitchFamily="34" charset="0"/>
            </a:endParaRPr>
          </a:p>
        </p:txBody>
      </p:sp>
      <p:sp>
        <p:nvSpPr>
          <p:cNvPr id="5126" name="Rectangle 11"/>
          <p:cNvSpPr>
            <a:spLocks noChangeArrowheads="1"/>
          </p:cNvSpPr>
          <p:nvPr/>
        </p:nvSpPr>
        <p:spPr bwMode="auto">
          <a:xfrm>
            <a:off x="0" y="0"/>
            <a:ext cx="9906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a:solidFill>
                <a:schemeClr val="accent2"/>
              </a:solidFill>
              <a:latin typeface="Arial" panose="020B0604020202020204" pitchFamily="34" charset="0"/>
            </a:endParaRPr>
          </a:p>
        </p:txBody>
      </p:sp>
      <p:sp>
        <p:nvSpPr>
          <p:cNvPr id="5127"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A675277-61C4-4701-8A32-575CA72AB135}" type="datetime10">
              <a:rPr lang="zh-CN" altLang="en-US" sz="1400" smtClean="0">
                <a:latin typeface="Arial" panose="020B0604020202020204" pitchFamily="34" charset="0"/>
              </a:rPr>
              <a:t>09:34</a:t>
            </a:fld>
            <a:endParaRPr lang="en-US" altLang="zh-CN" sz="1400">
              <a:latin typeface="Arial" panose="020B0604020202020204" pitchFamily="34" charset="0"/>
            </a:endParaRPr>
          </a:p>
        </p:txBody>
      </p:sp>
      <p:pic>
        <p:nvPicPr>
          <p:cNvPr id="512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2063" y="1943100"/>
            <a:ext cx="7700962" cy="3278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79">
                                            <p:txEl>
                                              <p:pRg st="0" end="0"/>
                                            </p:txEl>
                                          </p:spTgt>
                                        </p:tgtEl>
                                        <p:attrNameLst>
                                          <p:attrName>style.visibility</p:attrName>
                                        </p:attrNameLst>
                                      </p:cBhvr>
                                      <p:to>
                                        <p:strVal val="visible"/>
                                      </p:to>
                                    </p:set>
                                    <p:animEffect transition="in" filter="blinds(horizontal)">
                                      <p:cBhvr>
                                        <p:cTn id="7" dur="500"/>
                                        <p:tgtEl>
                                          <p:spTgt spid="307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灯片编号占位符 6"/>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28F54E0-D5EF-4D8E-9CA5-AE0FE4C3A5D8}" type="slidenum">
              <a:rPr lang="zh-CN" altLang="en-US" sz="1400" smtClean="0">
                <a:latin typeface="Arial" panose="020B0604020202020204" pitchFamily="34" charset="0"/>
              </a:rPr>
              <a:t>4</a:t>
            </a:fld>
            <a:endParaRPr lang="en-US" altLang="zh-CN" sz="1400">
              <a:latin typeface="Arial" panose="020B0604020202020204" pitchFamily="34" charset="0"/>
            </a:endParaRPr>
          </a:p>
        </p:txBody>
      </p:sp>
      <p:sp>
        <p:nvSpPr>
          <p:cNvPr id="3079" name="Rectangle 3"/>
          <p:cNvSpPr>
            <a:spLocks noGrp="1" noChangeArrowheads="1"/>
          </p:cNvSpPr>
          <p:nvPr>
            <p:ph type="body" sz="half" idx="1"/>
          </p:nvPr>
        </p:nvSpPr>
        <p:spPr>
          <a:xfrm>
            <a:off x="604838" y="1244600"/>
            <a:ext cx="8937625" cy="1660525"/>
          </a:xfrm>
        </p:spPr>
        <p:txBody>
          <a:bodyPr/>
          <a:lstStyle/>
          <a:p>
            <a:pPr algn="just" eaLnBrk="1" hangingPunct="1">
              <a:buFontTx/>
              <a:buNone/>
            </a:pPr>
            <a:r>
              <a:rPr lang="zh-CN" altLang="en-US" sz="2800" dirty="0">
                <a:ea typeface="宋体" panose="02010600030101010101" pitchFamily="2" charset="-122"/>
              </a:rPr>
              <a:t>计算机动画</a:t>
            </a:r>
          </a:p>
        </p:txBody>
      </p:sp>
      <p:sp>
        <p:nvSpPr>
          <p:cNvPr id="6148" name="Rectangle 5"/>
          <p:cNvSpPr>
            <a:spLocks noChangeArrowheads="1"/>
          </p:cNvSpPr>
          <p:nvPr/>
        </p:nvSpPr>
        <p:spPr bwMode="auto">
          <a:xfrm>
            <a:off x="165100" y="76200"/>
            <a:ext cx="94932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zh-CN" altLang="en-US" sz="4400" b="0" dirty="0">
                <a:solidFill>
                  <a:schemeClr val="accent2"/>
                </a:solidFill>
                <a:latin typeface="Arial" panose="020B0604020202020204" pitchFamily="34" charset="0"/>
                <a:ea typeface="宋体" panose="02010600030101010101" pitchFamily="2" charset="-122"/>
              </a:rPr>
              <a:t>问题提出</a:t>
            </a:r>
          </a:p>
        </p:txBody>
      </p:sp>
      <p:sp>
        <p:nvSpPr>
          <p:cNvPr id="6149" name="Rectangle 9"/>
          <p:cNvSpPr>
            <a:spLocks noChangeArrowheads="1"/>
          </p:cNvSpPr>
          <p:nvPr/>
        </p:nvSpPr>
        <p:spPr bwMode="auto">
          <a:xfrm>
            <a:off x="0" y="0"/>
            <a:ext cx="9906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a:solidFill>
                <a:schemeClr val="accent2"/>
              </a:solidFill>
              <a:latin typeface="Arial" panose="020B0604020202020204" pitchFamily="34" charset="0"/>
            </a:endParaRPr>
          </a:p>
        </p:txBody>
      </p:sp>
      <p:sp>
        <p:nvSpPr>
          <p:cNvPr id="6150" name="Rectangle 11"/>
          <p:cNvSpPr>
            <a:spLocks noChangeArrowheads="1"/>
          </p:cNvSpPr>
          <p:nvPr/>
        </p:nvSpPr>
        <p:spPr bwMode="auto">
          <a:xfrm>
            <a:off x="0" y="0"/>
            <a:ext cx="9906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a:solidFill>
                <a:schemeClr val="accent2"/>
              </a:solidFill>
              <a:latin typeface="Arial" panose="020B0604020202020204" pitchFamily="34" charset="0"/>
            </a:endParaRPr>
          </a:p>
        </p:txBody>
      </p:sp>
      <p:sp>
        <p:nvSpPr>
          <p:cNvPr id="6151"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904AF0C-77B6-4EF2-A28E-786081BD8101}" type="datetime10">
              <a:rPr lang="zh-CN" altLang="en-US" sz="1400" smtClean="0">
                <a:latin typeface="Arial" panose="020B0604020202020204" pitchFamily="34" charset="0"/>
              </a:rPr>
              <a:t>09:34</a:t>
            </a:fld>
            <a:endParaRPr lang="en-US" altLang="zh-CN" sz="1400">
              <a:latin typeface="Arial" panose="020B0604020202020204" pitchFamily="34" charset="0"/>
            </a:endParaRPr>
          </a:p>
        </p:txBody>
      </p:sp>
      <p:pic>
        <p:nvPicPr>
          <p:cNvPr id="4" name="图片 3"/>
          <p:cNvPicPr>
            <a:picLocks noChangeAspect="1"/>
          </p:cNvPicPr>
          <p:nvPr/>
        </p:nvPicPr>
        <p:blipFill>
          <a:blip r:embed="rId2"/>
          <a:stretch>
            <a:fillRect/>
          </a:stretch>
        </p:blipFill>
        <p:spPr>
          <a:xfrm>
            <a:off x="269753" y="3945272"/>
            <a:ext cx="6180952" cy="2676190"/>
          </a:xfrm>
          <a:prstGeom prst="rect">
            <a:avLst/>
          </a:prstGeom>
        </p:spPr>
      </p:pic>
      <p:pic>
        <p:nvPicPr>
          <p:cNvPr id="5" name="图片 4"/>
          <p:cNvPicPr>
            <a:picLocks noChangeAspect="1"/>
          </p:cNvPicPr>
          <p:nvPr/>
        </p:nvPicPr>
        <p:blipFill>
          <a:blip r:embed="rId3"/>
          <a:stretch>
            <a:fillRect/>
          </a:stretch>
        </p:blipFill>
        <p:spPr>
          <a:xfrm>
            <a:off x="5678299" y="1669166"/>
            <a:ext cx="4227701" cy="3944234"/>
          </a:xfrm>
          <a:prstGeom prst="rect">
            <a:avLst/>
          </a:prstGeom>
        </p:spPr>
      </p:pic>
      <p:sp>
        <p:nvSpPr>
          <p:cNvPr id="2" name="矩形 1">
            <a:extLst>
              <a:ext uri="{FF2B5EF4-FFF2-40B4-BE49-F238E27FC236}">
                <a16:creationId xmlns:a16="http://schemas.microsoft.com/office/drawing/2014/main" id="{34491A2B-362B-40A9-81FA-63E853B0E706}"/>
              </a:ext>
            </a:extLst>
          </p:cNvPr>
          <p:cNvSpPr/>
          <p:nvPr/>
        </p:nvSpPr>
        <p:spPr>
          <a:xfrm>
            <a:off x="7035628" y="5483265"/>
            <a:ext cx="1883849" cy="1107996"/>
          </a:xfrm>
          <a:prstGeom prst="rect">
            <a:avLst/>
          </a:prstGeom>
        </p:spPr>
        <p:txBody>
          <a:bodyPr wrap="none">
            <a:spAutoFit/>
          </a:bodyPr>
          <a:lstStyle/>
          <a:p>
            <a:r>
              <a:rPr lang="zh-CN" altLang="en-US" sz="6600" dirty="0"/>
              <a:t>变换</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79">
                                            <p:txEl>
                                              <p:pRg st="0" end="0"/>
                                            </p:txEl>
                                          </p:spTgt>
                                        </p:tgtEl>
                                        <p:attrNameLst>
                                          <p:attrName>style.visibility</p:attrName>
                                        </p:attrNameLst>
                                      </p:cBhvr>
                                      <p:to>
                                        <p:strVal val="visible"/>
                                      </p:to>
                                    </p:set>
                                    <p:animEffect transition="in" filter="blinds(horizontal)">
                                      <p:cBhvr>
                                        <p:cTn id="7" dur="500"/>
                                        <p:tgtEl>
                                          <p:spTgt spid="307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6"/>
          <p:cNvSpPr>
            <a:spLocks noGrp="1" noChangeArrowheads="1"/>
          </p:cNvSpPr>
          <p:nvPr>
            <p:ph type="title"/>
          </p:nvPr>
        </p:nvSpPr>
        <p:spPr/>
        <p:txBody>
          <a:bodyPr/>
          <a:lstStyle/>
          <a:p>
            <a:r>
              <a:rPr lang="zh-CN" altLang="en-US" dirty="0">
                <a:ea typeface="宋体" panose="02010600030101010101" pitchFamily="2" charset="-122"/>
              </a:rPr>
              <a:t>一般变换</a:t>
            </a:r>
          </a:p>
        </p:txBody>
      </p:sp>
      <p:sp>
        <p:nvSpPr>
          <p:cNvPr id="7171" name="内容占位符 7"/>
          <p:cNvSpPr>
            <a:spLocks noGrp="1" noChangeArrowheads="1"/>
          </p:cNvSpPr>
          <p:nvPr>
            <p:ph idx="1"/>
          </p:nvPr>
        </p:nvSpPr>
        <p:spPr/>
        <p:txBody>
          <a:bodyPr/>
          <a:lstStyle/>
          <a:p>
            <a:r>
              <a:rPr lang="zh-CN" altLang="en-US" dirty="0">
                <a:ea typeface="宋体" panose="02010600030101010101" pitchFamily="2" charset="-122"/>
              </a:rPr>
              <a:t>变换：把点映射到其它点，把向量映射到其它向量</a:t>
            </a:r>
          </a:p>
        </p:txBody>
      </p:sp>
      <p:sp>
        <p:nvSpPr>
          <p:cNvPr id="7172" name="日期占位符 4"/>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17E9EC0-0693-4825-8952-86C51D8066D5}" type="datetime10">
              <a:rPr lang="zh-CN" altLang="en-US" sz="1400" smtClean="0">
                <a:latin typeface="Arial" panose="020B0604020202020204" pitchFamily="34" charset="0"/>
              </a:rPr>
              <a:t>09:37</a:t>
            </a:fld>
            <a:endParaRPr lang="en-US" altLang="zh-CN" sz="1400">
              <a:latin typeface="Arial" panose="020B0604020202020204" pitchFamily="34" charset="0"/>
            </a:endParaRPr>
          </a:p>
        </p:txBody>
      </p:sp>
      <p:sp>
        <p:nvSpPr>
          <p:cNvPr id="7173"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B6060B9-4045-4BB3-9ABF-5C6287109673}" type="slidenum">
              <a:rPr lang="zh-CN" altLang="en-US" sz="1400" smtClean="0">
                <a:latin typeface="Arial" panose="020B0604020202020204" pitchFamily="34" charset="0"/>
              </a:rPr>
              <a:t>5</a:t>
            </a:fld>
            <a:endParaRPr lang="en-US" altLang="zh-CN" sz="1400">
              <a:latin typeface="Arial" panose="020B0604020202020204" pitchFamily="34" charset="0"/>
            </a:endParaRPr>
          </a:p>
        </p:txBody>
      </p:sp>
      <p:pic>
        <p:nvPicPr>
          <p:cNvPr id="71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6525" y="2774950"/>
            <a:ext cx="6035675" cy="3611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6"/>
          <p:cNvSpPr>
            <a:spLocks noGrp="1" noChangeArrowheads="1"/>
          </p:cNvSpPr>
          <p:nvPr>
            <p:ph type="title"/>
          </p:nvPr>
        </p:nvSpPr>
        <p:spPr/>
        <p:txBody>
          <a:bodyPr/>
          <a:lstStyle/>
          <a:p>
            <a:r>
              <a:rPr lang="zh-CN" altLang="en-US" dirty="0">
                <a:ea typeface="宋体" panose="02010600030101010101" pitchFamily="2" charset="-122"/>
              </a:rPr>
              <a:t>二维几何变换</a:t>
            </a:r>
          </a:p>
        </p:txBody>
      </p:sp>
      <p:sp>
        <p:nvSpPr>
          <p:cNvPr id="7171" name="内容占位符 7"/>
          <p:cNvSpPr>
            <a:spLocks noGrp="1" noChangeArrowheads="1"/>
          </p:cNvSpPr>
          <p:nvPr>
            <p:ph idx="1"/>
          </p:nvPr>
        </p:nvSpPr>
        <p:spPr/>
        <p:txBody>
          <a:bodyPr/>
          <a:lstStyle/>
          <a:p>
            <a:r>
              <a:rPr lang="zh-CN" altLang="en-US" dirty="0">
                <a:ea typeface="宋体" panose="02010600030101010101" pitchFamily="2" charset="-122"/>
              </a:rPr>
              <a:t>基本变换</a:t>
            </a:r>
            <a:endParaRPr lang="en-US" altLang="zh-CN" dirty="0">
              <a:ea typeface="宋体" panose="02010600030101010101" pitchFamily="2" charset="-122"/>
            </a:endParaRPr>
          </a:p>
          <a:p>
            <a:pPr lvl="1"/>
            <a:r>
              <a:rPr lang="zh-CN" altLang="en-US" dirty="0">
                <a:ea typeface="宋体" panose="02010600030101010101" pitchFamily="2" charset="-122"/>
              </a:rPr>
              <a:t>平移</a:t>
            </a:r>
            <a:endParaRPr lang="en-US" altLang="zh-CN" dirty="0">
              <a:ea typeface="宋体" panose="02010600030101010101" pitchFamily="2" charset="-122"/>
            </a:endParaRPr>
          </a:p>
          <a:p>
            <a:pPr lvl="1"/>
            <a:r>
              <a:rPr lang="zh-CN" altLang="en-US" dirty="0">
                <a:ea typeface="宋体" panose="02010600030101010101" pitchFamily="2" charset="-122"/>
              </a:rPr>
              <a:t>旋转</a:t>
            </a:r>
            <a:endParaRPr lang="en-US" altLang="zh-CN" dirty="0">
              <a:ea typeface="宋体" panose="02010600030101010101" pitchFamily="2" charset="-122"/>
            </a:endParaRPr>
          </a:p>
          <a:p>
            <a:pPr lvl="1"/>
            <a:r>
              <a:rPr lang="zh-CN" altLang="en-US" dirty="0">
                <a:ea typeface="宋体" panose="02010600030101010101" pitchFamily="2" charset="-122"/>
              </a:rPr>
              <a:t>放缩</a:t>
            </a:r>
            <a:endParaRPr lang="en-US" altLang="zh-CN" dirty="0">
              <a:ea typeface="宋体" panose="02010600030101010101" pitchFamily="2" charset="-122"/>
            </a:endParaRPr>
          </a:p>
          <a:p>
            <a:pPr lvl="1"/>
            <a:r>
              <a:rPr lang="zh-CN" altLang="en-US" dirty="0">
                <a:ea typeface="宋体" panose="02010600030101010101" pitchFamily="2" charset="-122"/>
              </a:rPr>
              <a:t>错切</a:t>
            </a:r>
            <a:endParaRPr lang="en-US" altLang="zh-CN" dirty="0">
              <a:ea typeface="宋体" panose="02010600030101010101" pitchFamily="2" charset="-122"/>
            </a:endParaRPr>
          </a:p>
          <a:p>
            <a:pPr lvl="1"/>
            <a:r>
              <a:rPr lang="zh-CN" altLang="en-US" dirty="0">
                <a:ea typeface="宋体" panose="02010600030101010101" pitchFamily="2" charset="-122"/>
              </a:rPr>
              <a:t>对称</a:t>
            </a:r>
            <a:endParaRPr lang="en-US" altLang="zh-CN" dirty="0">
              <a:ea typeface="宋体" panose="02010600030101010101" pitchFamily="2" charset="-122"/>
            </a:endParaRPr>
          </a:p>
          <a:p>
            <a:r>
              <a:rPr lang="zh-CN" altLang="en-US" dirty="0">
                <a:ea typeface="宋体" panose="02010600030101010101" pitchFamily="2" charset="-122"/>
              </a:rPr>
              <a:t>复合变换</a:t>
            </a:r>
            <a:endParaRPr lang="en-US" altLang="zh-CN" dirty="0">
              <a:ea typeface="宋体" panose="02010600030101010101" pitchFamily="2" charset="-122"/>
            </a:endParaRPr>
          </a:p>
        </p:txBody>
      </p:sp>
      <p:sp>
        <p:nvSpPr>
          <p:cNvPr id="7172" name="日期占位符 4"/>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17E9EC0-0693-4825-8952-86C51D8066D5}" type="datetime10">
              <a:rPr lang="zh-CN" altLang="en-US" sz="1400" smtClean="0">
                <a:latin typeface="Arial" panose="020B0604020202020204" pitchFamily="34" charset="0"/>
              </a:rPr>
              <a:t>09:34</a:t>
            </a:fld>
            <a:endParaRPr lang="en-US" altLang="zh-CN" sz="1400">
              <a:latin typeface="Arial" panose="020B0604020202020204" pitchFamily="34" charset="0"/>
            </a:endParaRPr>
          </a:p>
        </p:txBody>
      </p:sp>
      <p:sp>
        <p:nvSpPr>
          <p:cNvPr id="7173"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B6060B9-4045-4BB3-9ABF-5C6287109673}" type="slidenum">
              <a:rPr lang="zh-CN" altLang="en-US" sz="1400" smtClean="0">
                <a:latin typeface="Arial" panose="020B0604020202020204" pitchFamily="34" charset="0"/>
              </a:rPr>
              <a:t>6</a:t>
            </a:fld>
            <a:endParaRPr lang="en-US" altLang="zh-CN" sz="1400">
              <a:latin typeface="Arial" panose="020B0604020202020204" pitchFamily="34" charset="0"/>
            </a:endParaRPr>
          </a:p>
        </p:txBody>
      </p:sp>
      <p:pic>
        <p:nvPicPr>
          <p:cNvPr id="8" name="Picture 2" descr="https://timgsa.baidu.com/timg?image&amp;quality=80&amp;size=b9999_10000&amp;sec=1513602098746&amp;di=219ec2f7d9f178d7e73ff8ee989b1b5c&amp;imgtype=0&amp;src=http%3A%2F%2Fimgsrc.baidu.com%2Fimgad%2Fpic%2Fitem%2Fa044ad345982b2b7b8dbf0e93aadcbef76099b53.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64529" y="1274868"/>
            <a:ext cx="3663043" cy="252127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noChangeArrowheads="1"/>
          </p:cNvSpPr>
          <p:nvPr>
            <p:ph type="title"/>
          </p:nvPr>
        </p:nvSpPr>
        <p:spPr/>
        <p:txBody>
          <a:bodyPr/>
          <a:lstStyle/>
          <a:p>
            <a:r>
              <a:rPr lang="zh-CN" altLang="en-US">
                <a:ea typeface="宋体" panose="02010600030101010101" pitchFamily="2" charset="-122"/>
              </a:rPr>
              <a:t>平移</a:t>
            </a:r>
          </a:p>
        </p:txBody>
      </p:sp>
      <p:sp>
        <p:nvSpPr>
          <p:cNvPr id="9219" name="内容占位符 2"/>
          <p:cNvSpPr>
            <a:spLocks noGrp="1" noChangeArrowheads="1"/>
          </p:cNvSpPr>
          <p:nvPr>
            <p:ph idx="1"/>
          </p:nvPr>
        </p:nvSpPr>
        <p:spPr/>
        <p:txBody>
          <a:bodyPr/>
          <a:lstStyle/>
          <a:p>
            <a:r>
              <a:rPr lang="zh-CN" altLang="en-US" dirty="0">
                <a:ea typeface="宋体" panose="02010600030101010101" pitchFamily="2" charset="-122"/>
              </a:rPr>
              <a:t>把一个点移到新的位置</a:t>
            </a:r>
            <a:endParaRPr lang="en-US" altLang="zh-CN" dirty="0">
              <a:ea typeface="宋体" panose="02010600030101010101" pitchFamily="2" charset="-122"/>
            </a:endParaRPr>
          </a:p>
          <a:p>
            <a:r>
              <a:rPr lang="zh-CN" altLang="en-US" dirty="0">
                <a:ea typeface="宋体" panose="02010600030101010101" pitchFamily="2" charset="-122"/>
              </a:rPr>
              <a:t>平移由一个向量</a:t>
            </a:r>
            <a:r>
              <a:rPr lang="en-US" altLang="zh-CN" dirty="0">
                <a:ea typeface="宋体" panose="02010600030101010101" pitchFamily="2" charset="-122"/>
              </a:rPr>
              <a:t>d</a:t>
            </a:r>
            <a:r>
              <a:rPr lang="zh-CN" altLang="en-US" dirty="0">
                <a:ea typeface="宋体" panose="02010600030101010101" pitchFamily="2" charset="-122"/>
              </a:rPr>
              <a:t>确定</a:t>
            </a:r>
          </a:p>
          <a:p>
            <a:pPr lvl="1"/>
            <a:r>
              <a:rPr lang="zh-CN" altLang="en-US" dirty="0">
                <a:ea typeface="宋体" panose="02010600030101010101" pitchFamily="2" charset="-122"/>
              </a:rPr>
              <a:t>两个自由度：</a:t>
            </a:r>
            <a:r>
              <a:rPr lang="en-US" altLang="zh-CN" dirty="0">
                <a:ea typeface="宋体" panose="02010600030101010101" pitchFamily="2" charset="-122"/>
              </a:rPr>
              <a:t>dx, dy</a:t>
            </a:r>
            <a:endParaRPr lang="zh-CN" altLang="en-US" dirty="0">
              <a:ea typeface="宋体" panose="02010600030101010101" pitchFamily="2" charset="-122"/>
            </a:endParaRPr>
          </a:p>
          <a:p>
            <a:pPr lvl="1"/>
            <a:r>
              <a:rPr lang="en-US" altLang="zh-CN" dirty="0">
                <a:ea typeface="宋体" panose="02010600030101010101" pitchFamily="2" charset="-122"/>
              </a:rPr>
              <a:t>P’= P + d</a:t>
            </a:r>
            <a:endParaRPr lang="zh-CN" altLang="en-US" dirty="0">
              <a:ea typeface="宋体" panose="02010600030101010101" pitchFamily="2" charset="-122"/>
            </a:endParaRPr>
          </a:p>
        </p:txBody>
      </p:sp>
      <p:sp>
        <p:nvSpPr>
          <p:cNvPr id="9220" name="日期占位符 3"/>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6864F81-C2F0-4C69-98D9-3EF9298413B6}" type="datetime10">
              <a:rPr lang="zh-CN" altLang="en-US" sz="1400" smtClean="0">
                <a:latin typeface="Arial" panose="020B0604020202020204" pitchFamily="34" charset="0"/>
              </a:rPr>
              <a:t>09:34</a:t>
            </a:fld>
            <a:endParaRPr lang="en-US" altLang="zh-CN" sz="1400">
              <a:latin typeface="Arial" panose="020B0604020202020204" pitchFamily="34" charset="0"/>
            </a:endParaRPr>
          </a:p>
        </p:txBody>
      </p:sp>
      <p:sp>
        <p:nvSpPr>
          <p:cNvPr id="9221"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9F569A3-864D-4203-BD20-138B3E4FDF16}" type="slidenum">
              <a:rPr lang="zh-CN" altLang="en-US" sz="1400" smtClean="0">
                <a:latin typeface="Arial" panose="020B0604020202020204" pitchFamily="34" charset="0"/>
              </a:rPr>
              <a:t>7</a:t>
            </a:fld>
            <a:endParaRPr lang="en-US" altLang="zh-CN" sz="1400">
              <a:latin typeface="Arial" panose="020B0604020202020204" pitchFamily="34" charset="0"/>
            </a:endParaRPr>
          </a:p>
        </p:txBody>
      </p:sp>
      <p:pic>
        <p:nvPicPr>
          <p:cNvPr id="92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1663" y="3521075"/>
            <a:ext cx="4849812" cy="2659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noChangeArrowheads="1"/>
          </p:cNvSpPr>
          <p:nvPr>
            <p:ph type="title"/>
          </p:nvPr>
        </p:nvSpPr>
        <p:spPr/>
        <p:txBody>
          <a:bodyPr/>
          <a:lstStyle/>
          <a:p>
            <a:r>
              <a:rPr lang="zh-CN" altLang="en-US" dirty="0">
                <a:ea typeface="宋体" panose="02010600030101010101" pitchFamily="2" charset="-122"/>
              </a:rPr>
              <a:t>对象平移</a:t>
            </a:r>
          </a:p>
        </p:txBody>
      </p:sp>
      <p:sp>
        <p:nvSpPr>
          <p:cNvPr id="10243" name="内容占位符 2"/>
          <p:cNvSpPr>
            <a:spLocks noGrp="1" noChangeArrowheads="1"/>
          </p:cNvSpPr>
          <p:nvPr>
            <p:ph idx="1"/>
          </p:nvPr>
        </p:nvSpPr>
        <p:spPr/>
        <p:txBody>
          <a:bodyPr/>
          <a:lstStyle/>
          <a:p>
            <a:r>
              <a:rPr lang="zh-CN" altLang="en-US">
                <a:ea typeface="宋体" panose="02010600030101010101" pitchFamily="2" charset="-122"/>
              </a:rPr>
              <a:t>把一个对象上的所有点沿同一向量平移</a:t>
            </a:r>
          </a:p>
        </p:txBody>
      </p:sp>
      <p:sp>
        <p:nvSpPr>
          <p:cNvPr id="10244" name="日期占位符 3"/>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BD6D1B2-E83A-49CF-86BE-6011D5928241}" type="datetime10">
              <a:rPr lang="zh-CN" altLang="en-US" sz="1400" smtClean="0">
                <a:latin typeface="Arial" panose="020B0604020202020204" pitchFamily="34" charset="0"/>
              </a:rPr>
              <a:t>09:34</a:t>
            </a:fld>
            <a:endParaRPr lang="en-US" altLang="zh-CN" sz="1400">
              <a:latin typeface="Arial" panose="020B0604020202020204" pitchFamily="34" charset="0"/>
            </a:endParaRPr>
          </a:p>
        </p:txBody>
      </p:sp>
      <p:sp>
        <p:nvSpPr>
          <p:cNvPr id="10245"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B4D10BA-5135-4323-8923-96107AB56762}" type="slidenum">
              <a:rPr lang="zh-CN" altLang="en-US" sz="1400" smtClean="0">
                <a:latin typeface="Arial" panose="020B0604020202020204" pitchFamily="34" charset="0"/>
              </a:rPr>
              <a:t>8</a:t>
            </a:fld>
            <a:endParaRPr lang="en-US" altLang="zh-CN" sz="1400">
              <a:latin typeface="Arial" panose="020B0604020202020204" pitchFamily="34" charset="0"/>
            </a:endParaRPr>
          </a:p>
        </p:txBody>
      </p:sp>
      <p:pic>
        <p:nvPicPr>
          <p:cNvPr id="10246" name="Picture 5" descr="C:\BOOK\OpenGL\Paul Final\Art\jpeg\AN04F35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6625" y="2533650"/>
            <a:ext cx="2111375"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7" name="Picture 7" descr="C:\BOOK\OpenGL\Paul Final\Art\jpeg\AN04F35b.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65625" y="2228850"/>
            <a:ext cx="4237038" cy="289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8" name="Text Box 8"/>
          <p:cNvSpPr txBox="1">
            <a:spLocks noChangeArrowheads="1"/>
          </p:cNvSpPr>
          <p:nvPr/>
        </p:nvSpPr>
        <p:spPr bwMode="auto">
          <a:xfrm>
            <a:off x="1143000" y="5562600"/>
            <a:ext cx="100806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1">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zh-CN" altLang="en-US">
                <a:solidFill>
                  <a:schemeClr val="accent2"/>
                </a:solidFill>
                <a:latin typeface="Arial" panose="020B0604020202020204" pitchFamily="34" charset="0"/>
                <a:ea typeface="宋体" panose="02010600030101010101" pitchFamily="2" charset="-122"/>
              </a:rPr>
              <a:t>对象</a:t>
            </a:r>
            <a:endParaRPr lang="en-US" altLang="zh-CN">
              <a:solidFill>
                <a:schemeClr val="accent2"/>
              </a:solidFill>
              <a:latin typeface="Arial" panose="020B0604020202020204" pitchFamily="34" charset="0"/>
              <a:ea typeface="宋体" panose="02010600030101010101" pitchFamily="2" charset="-122"/>
            </a:endParaRPr>
          </a:p>
        </p:txBody>
      </p:sp>
      <p:sp>
        <p:nvSpPr>
          <p:cNvPr id="10249" name="Text Box 9"/>
          <p:cNvSpPr txBox="1">
            <a:spLocks noChangeArrowheads="1"/>
          </p:cNvSpPr>
          <p:nvPr/>
        </p:nvSpPr>
        <p:spPr bwMode="auto">
          <a:xfrm>
            <a:off x="5156200" y="5562600"/>
            <a:ext cx="2655888"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1">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zh-CN" altLang="en-US">
                <a:solidFill>
                  <a:schemeClr val="accent2"/>
                </a:solidFill>
                <a:latin typeface="Arial" panose="020B0604020202020204" pitchFamily="34" charset="0"/>
                <a:ea typeface="宋体" panose="02010600030101010101" pitchFamily="2" charset="-122"/>
              </a:rPr>
              <a:t>平移后的对象</a:t>
            </a:r>
            <a:endParaRPr lang="en-US" altLang="zh-CN">
              <a:solidFill>
                <a:schemeClr val="accent2"/>
              </a:solidFill>
              <a:latin typeface="Arial" panose="020B0604020202020204" pitchFamily="34" charset="0"/>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6EAC742-12B8-4049-A608-850A7E6CA278}" type="slidenum">
              <a:rPr lang="zh-CN" altLang="en-US" sz="1400" smtClean="0">
                <a:latin typeface="Arial" panose="020B0604020202020204" pitchFamily="34" charset="0"/>
              </a:rPr>
              <a:t>9</a:t>
            </a:fld>
            <a:endParaRPr lang="en-US" altLang="zh-CN" sz="1400">
              <a:latin typeface="Arial" panose="020B0604020202020204" pitchFamily="34" charset="0"/>
            </a:endParaRPr>
          </a:p>
        </p:txBody>
      </p:sp>
      <p:sp>
        <p:nvSpPr>
          <p:cNvPr id="11267" name="Rectangle 2"/>
          <p:cNvSpPr>
            <a:spLocks noGrp="1" noChangeArrowheads="1"/>
          </p:cNvSpPr>
          <p:nvPr>
            <p:ph type="body" idx="1"/>
          </p:nvPr>
        </p:nvSpPr>
        <p:spPr>
          <a:xfrm>
            <a:off x="250825" y="1193800"/>
            <a:ext cx="9404350" cy="5248275"/>
          </a:xfrm>
        </p:spPr>
        <p:txBody>
          <a:bodyPr/>
          <a:lstStyle/>
          <a:p>
            <a:pPr algn="just" eaLnBrk="1" hangingPunct="1">
              <a:lnSpc>
                <a:spcPct val="160000"/>
              </a:lnSpc>
              <a:buFontTx/>
              <a:buNone/>
            </a:pPr>
            <a:r>
              <a:rPr lang="zh-CN" altLang="en-US" sz="2800" b="1">
                <a:solidFill>
                  <a:schemeClr val="accent2"/>
                </a:solidFill>
                <a:ea typeface="黑体" panose="02010609060101010101" pitchFamily="49" charset="-122"/>
              </a:rPr>
              <a:t>平移变换</a:t>
            </a:r>
            <a:r>
              <a:rPr lang="en-US" altLang="zh-CN" sz="2800" b="1">
                <a:solidFill>
                  <a:schemeClr val="accent2"/>
                </a:solidFill>
                <a:ea typeface="黑体" panose="02010609060101010101" pitchFamily="49" charset="-122"/>
              </a:rPr>
              <a:t>:</a:t>
            </a:r>
            <a:r>
              <a:rPr lang="zh-CN" altLang="en-US" sz="2800">
                <a:ea typeface="宋体" panose="02010600030101010101" pitchFamily="2" charset="-122"/>
              </a:rPr>
              <a:t>将</a:t>
            </a:r>
            <a:r>
              <a:rPr lang="en-US" altLang="zh-CN" sz="2800">
                <a:ea typeface="宋体" panose="02010600030101010101" pitchFamily="2" charset="-122"/>
              </a:rPr>
              <a:t>p</a:t>
            </a:r>
            <a:r>
              <a:rPr lang="zh-CN" altLang="en-US" sz="2800">
                <a:ea typeface="宋体" panose="02010600030101010101" pitchFamily="2" charset="-122"/>
              </a:rPr>
              <a:t>点从一个坐标位置移到另一个坐标位置的过程</a:t>
            </a:r>
            <a:r>
              <a:rPr lang="en-US" altLang="zh-CN" sz="2800">
                <a:ea typeface="宋体" panose="02010600030101010101" pitchFamily="2" charset="-122"/>
              </a:rPr>
              <a:t>.</a:t>
            </a:r>
            <a:endParaRPr lang="en-US" altLang="zh-CN">
              <a:ea typeface="宋体" panose="02010600030101010101" pitchFamily="2" charset="-122"/>
            </a:endParaRPr>
          </a:p>
        </p:txBody>
      </p:sp>
      <p:graphicFrame>
        <p:nvGraphicFramePr>
          <p:cNvPr id="11268" name="Object 2"/>
          <p:cNvGraphicFramePr>
            <a:graphicFrameLocks noChangeAspect="1"/>
          </p:cNvGraphicFramePr>
          <p:nvPr/>
        </p:nvGraphicFramePr>
        <p:xfrm>
          <a:off x="3094038" y="2620963"/>
          <a:ext cx="4918075" cy="4105275"/>
        </p:xfrm>
        <a:graphic>
          <a:graphicData uri="http://schemas.openxmlformats.org/presentationml/2006/ole">
            <mc:AlternateContent xmlns:mc="http://schemas.openxmlformats.org/markup-compatibility/2006">
              <mc:Choice xmlns:v="urn:schemas-microsoft-com:vml" Requires="v">
                <p:oleObj spid="_x0000_s11324" name="Visio" r:id="rId3" imgW="2312035" imgH="2092325" progId="Visio.Drawing.11">
                  <p:embed/>
                </p:oleObj>
              </mc:Choice>
              <mc:Fallback>
                <p:oleObj name="Visio" r:id="rId3" imgW="2312035" imgH="2092325" progId="Visio.Drawing.11">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4038" y="2620963"/>
                        <a:ext cx="4918075" cy="410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69" name="Rectangle 4"/>
          <p:cNvSpPr>
            <a:spLocks noGrp="1" noChangeArrowheads="1"/>
          </p:cNvSpPr>
          <p:nvPr>
            <p:ph type="title"/>
          </p:nvPr>
        </p:nvSpPr>
        <p:spPr/>
        <p:txBody>
          <a:bodyPr/>
          <a:lstStyle/>
          <a:p>
            <a:pPr eaLnBrk="1" hangingPunct="1"/>
            <a:r>
              <a:rPr lang="zh-CN" altLang="en-US" dirty="0">
                <a:ea typeface="宋体" panose="02010600030101010101" pitchFamily="2" charset="-122"/>
              </a:rPr>
              <a:t>平移变换</a:t>
            </a:r>
          </a:p>
        </p:txBody>
      </p:sp>
      <p:sp>
        <p:nvSpPr>
          <p:cNvPr id="11270" name="Rectangle 6"/>
          <p:cNvSpPr>
            <a:spLocks noChangeArrowheads="1"/>
          </p:cNvSpPr>
          <p:nvPr/>
        </p:nvSpPr>
        <p:spPr bwMode="auto">
          <a:xfrm>
            <a:off x="0" y="3176588"/>
            <a:ext cx="9906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endParaRPr lang="zh-CN" altLang="en-US">
              <a:solidFill>
                <a:schemeClr val="accent2"/>
              </a:solidFill>
              <a:latin typeface="Arial" panose="020B0604020202020204" pitchFamily="34" charset="0"/>
            </a:endParaRPr>
          </a:p>
        </p:txBody>
      </p:sp>
      <p:sp>
        <p:nvSpPr>
          <p:cNvPr id="7" name="AutoShape 6"/>
          <p:cNvSpPr>
            <a:spLocks noChangeArrowheads="1"/>
          </p:cNvSpPr>
          <p:nvPr/>
        </p:nvSpPr>
        <p:spPr bwMode="auto">
          <a:xfrm>
            <a:off x="7191375" y="4438650"/>
            <a:ext cx="2422525" cy="747713"/>
          </a:xfrm>
          <a:prstGeom prst="wedgeRoundRectCallout">
            <a:avLst>
              <a:gd name="adj1" fmla="val -51709"/>
              <a:gd name="adj2" fmla="val -104687"/>
              <a:gd name="adj3" fmla="val 16667"/>
            </a:avLst>
          </a:prstGeom>
        </p:spPr>
        <p:style>
          <a:lnRef idx="1">
            <a:schemeClr val="accent2"/>
          </a:lnRef>
          <a:fillRef idx="2">
            <a:schemeClr val="accent2"/>
          </a:fillRef>
          <a:effectRef idx="1">
            <a:schemeClr val="accent2"/>
          </a:effectRef>
          <a:fontRef idx="minor">
            <a:schemeClr val="dk1"/>
          </a:fontRef>
        </p:style>
        <p:txBody>
          <a:bodyPr lIns="92075" tIns="46038" rIns="92075" bIns="46038"/>
          <a:lstStyle/>
          <a:p>
            <a:pPr algn="ctr" eaLnBrk="1" hangingPunct="1">
              <a:spcBef>
                <a:spcPct val="50000"/>
              </a:spcBef>
              <a:buClr>
                <a:schemeClr val="accent2"/>
              </a:buClr>
              <a:buSzPct val="80000"/>
              <a:defRPr/>
            </a:pPr>
            <a:r>
              <a:rPr kumimoji="1" lang="zh-CN" altLang="en-US" b="0" dirty="0">
                <a:latin typeface="宋体" panose="02010600030101010101" pitchFamily="2" charset="-122"/>
                <a:ea typeface="宋体" panose="02010600030101010101" pitchFamily="2" charset="-122"/>
              </a:rPr>
              <a:t>新点坐标？</a:t>
            </a:r>
          </a:p>
        </p:txBody>
      </p:sp>
      <p:sp>
        <p:nvSpPr>
          <p:cNvPr id="11272"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D77D10F-92EA-4AA0-8CA9-EBAB656E3A95}" type="datetime10">
              <a:rPr lang="zh-CN" altLang="en-US" sz="1400" smtClean="0">
                <a:latin typeface="Arial" panose="020B0604020202020204" pitchFamily="34" charset="0"/>
              </a:rPr>
              <a:t>09:34</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across)">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7"/>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AA17F81-80B8-443B-9E2E-7B8B753E46D3}" type="slidenum">
              <a:rPr lang="zh-CN" altLang="en-US" sz="1400" smtClean="0">
                <a:latin typeface="Arial" panose="020B0604020202020204" pitchFamily="34" charset="0"/>
              </a:rPr>
              <a:t>10</a:t>
            </a:fld>
            <a:endParaRPr lang="en-US" altLang="zh-CN" sz="1400">
              <a:latin typeface="Arial" panose="020B0604020202020204" pitchFamily="34" charset="0"/>
            </a:endParaRPr>
          </a:p>
        </p:txBody>
      </p:sp>
      <p:sp>
        <p:nvSpPr>
          <p:cNvPr id="12291"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平移变换</a:t>
            </a:r>
          </a:p>
        </p:txBody>
      </p:sp>
      <p:sp>
        <p:nvSpPr>
          <p:cNvPr id="12292" name="Rectangle 3"/>
          <p:cNvSpPr>
            <a:spLocks noGrp="1" noChangeArrowheads="1"/>
          </p:cNvSpPr>
          <p:nvPr>
            <p:ph type="body" sz="half" idx="1"/>
          </p:nvPr>
        </p:nvSpPr>
        <p:spPr>
          <a:xfrm>
            <a:off x="247650" y="1219200"/>
            <a:ext cx="9347200" cy="5181600"/>
          </a:xfrm>
        </p:spPr>
        <p:txBody>
          <a:bodyPr/>
          <a:lstStyle/>
          <a:p>
            <a:pPr eaLnBrk="1" hangingPunct="1"/>
            <a:r>
              <a:rPr lang="zh-CN" altLang="en-US" sz="3600">
                <a:ea typeface="宋体" panose="02010600030101010101" pitchFamily="2" charset="-122"/>
              </a:rPr>
              <a:t>向量表示：</a:t>
            </a:r>
          </a:p>
        </p:txBody>
      </p:sp>
      <p:graphicFrame>
        <p:nvGraphicFramePr>
          <p:cNvPr id="12293" name="Object 2"/>
          <p:cNvGraphicFramePr>
            <a:graphicFrameLocks noGrp="1" noChangeAspect="1"/>
          </p:cNvGraphicFramePr>
          <p:nvPr>
            <p:ph sz="quarter" idx="2"/>
          </p:nvPr>
        </p:nvGraphicFramePr>
        <p:xfrm>
          <a:off x="4425950" y="1439863"/>
          <a:ext cx="5205413" cy="4714875"/>
        </p:xfrm>
        <a:graphic>
          <a:graphicData uri="http://schemas.openxmlformats.org/presentationml/2006/ole">
            <mc:AlternateContent xmlns:mc="http://schemas.openxmlformats.org/markup-compatibility/2006">
              <mc:Choice xmlns:v="urn:schemas-microsoft-com:vml" Requires="v">
                <p:oleObj spid="_x0000_s12446" name="Visio" r:id="rId4" imgW="2034540" imgH="1845310" progId="Visio.Drawing.11">
                  <p:embed/>
                </p:oleObj>
              </mc:Choice>
              <mc:Fallback>
                <p:oleObj name="Visio" r:id="rId4" imgW="2034540" imgH="1845310" progId="Visio.Drawing.11">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25950" y="1439863"/>
                        <a:ext cx="5205413" cy="471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71" name="Object 3"/>
          <p:cNvGraphicFramePr>
            <a:graphicFrameLocks noGrp="1" noChangeAspect="1"/>
          </p:cNvGraphicFramePr>
          <p:nvPr>
            <p:ph sz="quarter" idx="3"/>
          </p:nvPr>
        </p:nvGraphicFramePr>
        <p:xfrm>
          <a:off x="1295400" y="1695450"/>
          <a:ext cx="2994025" cy="2062163"/>
        </p:xfrm>
        <a:graphic>
          <a:graphicData uri="http://schemas.openxmlformats.org/presentationml/2006/ole">
            <mc:AlternateContent xmlns:mc="http://schemas.openxmlformats.org/markup-compatibility/2006">
              <mc:Choice xmlns:v="urn:schemas-microsoft-com:vml" Requires="v">
                <p:oleObj spid="_x0000_s12447" name="Equation" r:id="rId6" imgW="571500" imgH="393700" progId="Equation.DSMT4">
                  <p:embed/>
                </p:oleObj>
              </mc:Choice>
              <mc:Fallback>
                <p:oleObj name="Equation" r:id="rId6" imgW="571500" imgH="393700" progId="Equation.DSMT4">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95400" y="1695450"/>
                        <a:ext cx="2994025"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72" name="Object 4"/>
          <p:cNvGraphicFramePr>
            <a:graphicFrameLocks noChangeAspect="1"/>
          </p:cNvGraphicFramePr>
          <p:nvPr/>
        </p:nvGraphicFramePr>
        <p:xfrm>
          <a:off x="1427163" y="4117975"/>
          <a:ext cx="2033587" cy="2233613"/>
        </p:xfrm>
        <a:graphic>
          <a:graphicData uri="http://schemas.openxmlformats.org/presentationml/2006/ole">
            <mc:AlternateContent xmlns:mc="http://schemas.openxmlformats.org/markup-compatibility/2006">
              <mc:Choice xmlns:v="urn:schemas-microsoft-com:vml" Requires="v">
                <p:oleObj spid="_x0000_s12448" name="Equation" r:id="rId8" imgW="520700" imgH="571500" progId="Equation.DSMT4">
                  <p:embed/>
                </p:oleObj>
              </mc:Choice>
              <mc:Fallback>
                <p:oleObj name="Equation" r:id="rId8" imgW="520700" imgH="571500" progId="Equation.DSMT4">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27163" y="4117975"/>
                        <a:ext cx="2033587" cy="223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6"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DCD217A-EA7C-41F5-864D-5ED06EB04C0D}" type="datetime10">
              <a:rPr lang="zh-CN" altLang="en-US" sz="1400" smtClean="0">
                <a:latin typeface="Arial" panose="020B0604020202020204" pitchFamily="34" charset="0"/>
              </a:rPr>
              <a:t>09:34</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171"/>
                                        </p:tgtEl>
                                        <p:attrNameLst>
                                          <p:attrName>style.visibility</p:attrName>
                                        </p:attrNameLst>
                                      </p:cBhvr>
                                      <p:to>
                                        <p:strVal val="visible"/>
                                      </p:to>
                                    </p:set>
                                    <p:animEffect transition="in" filter="blinds(horizontal)">
                                      <p:cBhvr>
                                        <p:cTn id="7" dur="500"/>
                                        <p:tgtEl>
                                          <p:spTgt spid="717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172"/>
                                        </p:tgtEl>
                                        <p:attrNameLst>
                                          <p:attrName>style.visibility</p:attrName>
                                        </p:attrNameLst>
                                      </p:cBhvr>
                                      <p:to>
                                        <p:strVal val="visible"/>
                                      </p:to>
                                    </p:set>
                                    <p:animEffect transition="in" filter="blinds(horizontal)">
                                      <p:cBhvr>
                                        <p:cTn id="12" dur="500"/>
                                        <p:tgtEl>
                                          <p:spTgt spid="7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noChangeArrowheads="1"/>
          </p:cNvSpPr>
          <p:nvPr>
            <p:ph type="title"/>
          </p:nvPr>
        </p:nvSpPr>
        <p:spPr/>
        <p:txBody>
          <a:bodyPr/>
          <a:lstStyle/>
          <a:p>
            <a:r>
              <a:rPr lang="zh-CN" altLang="en-US" dirty="0">
                <a:ea typeface="宋体" panose="02010600030101010101" pitchFamily="2" charset="-122"/>
              </a:rPr>
              <a:t>旋转变换</a:t>
            </a:r>
          </a:p>
        </p:txBody>
      </p:sp>
      <p:sp>
        <p:nvSpPr>
          <p:cNvPr id="13315" name="内容占位符 2"/>
          <p:cNvSpPr>
            <a:spLocks noGrp="1" noChangeArrowheads="1"/>
          </p:cNvSpPr>
          <p:nvPr>
            <p:ph idx="1"/>
          </p:nvPr>
        </p:nvSpPr>
        <p:spPr/>
        <p:txBody>
          <a:bodyPr/>
          <a:lstStyle/>
          <a:p>
            <a:endParaRPr lang="zh-CN" altLang="en-US">
              <a:ea typeface="宋体" panose="02010600030101010101" pitchFamily="2" charset="-122"/>
            </a:endParaRPr>
          </a:p>
        </p:txBody>
      </p:sp>
      <p:sp>
        <p:nvSpPr>
          <p:cNvPr id="13316" name="日期占位符 3"/>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61313A6-AAD3-45CA-BC5C-09D856BE8653}" type="datetime10">
              <a:rPr lang="zh-CN" altLang="en-US" sz="1400" smtClean="0">
                <a:latin typeface="Arial" panose="020B0604020202020204" pitchFamily="34" charset="0"/>
              </a:rPr>
              <a:t>09:34</a:t>
            </a:fld>
            <a:endParaRPr lang="en-US" altLang="zh-CN" sz="1400">
              <a:latin typeface="Arial" panose="020B0604020202020204" pitchFamily="34" charset="0"/>
            </a:endParaRPr>
          </a:p>
        </p:txBody>
      </p:sp>
      <p:sp>
        <p:nvSpPr>
          <p:cNvPr id="13317"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7AEABC8-B6A4-42A6-B7BA-CB02FB2CF605}" type="slidenum">
              <a:rPr lang="zh-CN" altLang="en-US" sz="1400" smtClean="0">
                <a:latin typeface="Arial" panose="020B0604020202020204" pitchFamily="34" charset="0"/>
              </a:rPr>
              <a:t>11</a:t>
            </a:fld>
            <a:endParaRPr lang="en-US" altLang="zh-CN" sz="1400">
              <a:latin typeface="Arial" panose="020B0604020202020204" pitchFamily="34" charset="0"/>
            </a:endParaRPr>
          </a:p>
        </p:txBody>
      </p:sp>
      <p:pic>
        <p:nvPicPr>
          <p:cNvPr id="133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4663" y="2287588"/>
            <a:ext cx="7615237" cy="3611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2307EA2-289B-4DA2-8844-8F8C8ABCFBF2}" type="slidenum">
              <a:rPr lang="zh-CN" altLang="en-US" sz="1400" smtClean="0">
                <a:latin typeface="Arial" panose="020B0604020202020204" pitchFamily="34" charset="0"/>
              </a:rPr>
              <a:t>12</a:t>
            </a:fld>
            <a:endParaRPr lang="en-US" altLang="zh-CN" sz="1400">
              <a:latin typeface="Arial" panose="020B0604020202020204" pitchFamily="34" charset="0"/>
            </a:endParaRPr>
          </a:p>
        </p:txBody>
      </p:sp>
      <p:sp>
        <p:nvSpPr>
          <p:cNvPr id="606210" name="Rectangle 2"/>
          <p:cNvSpPr>
            <a:spLocks noGrp="1" noChangeArrowheads="1"/>
          </p:cNvSpPr>
          <p:nvPr>
            <p:ph type="title"/>
          </p:nvPr>
        </p:nvSpPr>
        <p:spPr>
          <a:xfrm>
            <a:off x="304800" y="1003300"/>
            <a:ext cx="9382125" cy="1143000"/>
          </a:xfrm>
        </p:spPr>
        <p:txBody>
          <a:bodyPr/>
          <a:lstStyle/>
          <a:p>
            <a:pPr algn="just" eaLnBrk="1" hangingPunct="1">
              <a:defRPr/>
            </a:pPr>
            <a:r>
              <a:rPr lang="zh-CN" altLang="en-US" sz="2800" dirty="0">
                <a:solidFill>
                  <a:srgbClr val="000000"/>
                </a:solidFill>
                <a:latin typeface="Times New Roman" panose="02020603050405020304"/>
                <a:ea typeface="宋体" panose="02010600030101010101" pitchFamily="2" charset="-122"/>
                <a:cs typeface="+mn-cs"/>
              </a:rPr>
              <a:t>将</a:t>
            </a:r>
            <a:r>
              <a:rPr lang="en-US" altLang="zh-CN" sz="2800" dirty="0">
                <a:solidFill>
                  <a:srgbClr val="000000"/>
                </a:solidFill>
                <a:latin typeface="Times New Roman" panose="02020603050405020304"/>
                <a:ea typeface="宋体" panose="02010600030101010101" pitchFamily="2" charset="-122"/>
                <a:cs typeface="+mn-cs"/>
              </a:rPr>
              <a:t>p</a:t>
            </a:r>
            <a:r>
              <a:rPr lang="zh-CN" altLang="en-US" sz="2800" dirty="0">
                <a:solidFill>
                  <a:srgbClr val="000000"/>
                </a:solidFill>
                <a:latin typeface="Times New Roman" panose="02020603050405020304"/>
                <a:ea typeface="宋体" panose="02010600030101010101" pitchFamily="2" charset="-122"/>
                <a:cs typeface="+mn-cs"/>
              </a:rPr>
              <a:t>点绕坐标原点转动某个角度（逆时针为正，顺时针为负）得到新的点</a:t>
            </a:r>
            <a:r>
              <a:rPr lang="en-US" altLang="zh-CN" sz="2800" dirty="0">
                <a:solidFill>
                  <a:srgbClr val="000000"/>
                </a:solidFill>
                <a:latin typeface="Times New Roman" panose="02020603050405020304"/>
                <a:ea typeface="宋体" panose="02010600030101010101" pitchFamily="2" charset="-122"/>
                <a:cs typeface="+mn-cs"/>
              </a:rPr>
              <a:t>p’</a:t>
            </a:r>
            <a:r>
              <a:rPr lang="zh-CN" altLang="en-US" sz="2800" dirty="0">
                <a:solidFill>
                  <a:srgbClr val="000000"/>
                </a:solidFill>
                <a:latin typeface="Times New Roman" panose="02020603050405020304"/>
                <a:ea typeface="宋体" panose="02010600030101010101" pitchFamily="2" charset="-122"/>
                <a:cs typeface="+mn-cs"/>
              </a:rPr>
              <a:t>的过程</a:t>
            </a:r>
            <a:endParaRPr lang="zh-CN" altLang="en-US" sz="3200" dirty="0">
              <a:ea typeface="黑体" panose="02010609060101010101" pitchFamily="49" charset="-122"/>
            </a:endParaRPr>
          </a:p>
        </p:txBody>
      </p:sp>
      <p:graphicFrame>
        <p:nvGraphicFramePr>
          <p:cNvPr id="14340" name="Object 2"/>
          <p:cNvGraphicFramePr>
            <a:graphicFrameLocks noChangeAspect="1"/>
          </p:cNvGraphicFramePr>
          <p:nvPr/>
        </p:nvGraphicFramePr>
        <p:xfrm>
          <a:off x="2559050" y="2044700"/>
          <a:ext cx="5589588" cy="4606925"/>
        </p:xfrm>
        <a:graphic>
          <a:graphicData uri="http://schemas.openxmlformats.org/presentationml/2006/ole">
            <mc:AlternateContent xmlns:mc="http://schemas.openxmlformats.org/markup-compatibility/2006">
              <mc:Choice xmlns:v="urn:schemas-microsoft-com:vml" Requires="v">
                <p:oleObj spid="_x0000_s14394" r:id="rId3" imgW="2132330" imgH="1892935" progId="Visio.Drawing.11">
                  <p:embed/>
                </p:oleObj>
              </mc:Choice>
              <mc:Fallback>
                <p:oleObj r:id="rId3" imgW="2132330" imgH="1892935" progId="Visio.Drawing.11">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9050" y="2044700"/>
                        <a:ext cx="5589588" cy="460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41" name="Rectangle 5"/>
          <p:cNvSpPr>
            <a:spLocks noChangeArrowheads="1"/>
          </p:cNvSpPr>
          <p:nvPr/>
        </p:nvSpPr>
        <p:spPr bwMode="auto">
          <a:xfrm>
            <a:off x="165100" y="76200"/>
            <a:ext cx="94932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zh-CN" altLang="en-US" sz="4400" b="0">
                <a:solidFill>
                  <a:schemeClr val="accent2"/>
                </a:solidFill>
                <a:latin typeface="Arial" panose="020B0604020202020204" pitchFamily="34" charset="0"/>
                <a:ea typeface="宋体" panose="02010600030101010101" pitchFamily="2" charset="-122"/>
              </a:rPr>
              <a:t>旋转变换</a:t>
            </a:r>
          </a:p>
        </p:txBody>
      </p:sp>
      <p:sp>
        <p:nvSpPr>
          <p:cNvPr id="14342"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6FDCD1B-CAA2-47E5-A74F-348D481D78CA}" type="datetime10">
              <a:rPr lang="zh-CN" altLang="en-US" sz="1400" smtClean="0">
                <a:latin typeface="Arial" panose="020B0604020202020204" pitchFamily="34" charset="0"/>
              </a:rPr>
              <a:t>09:34</a:t>
            </a:fld>
            <a:endParaRPr lang="en-US" altLang="zh-CN" sz="1400">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7"/>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505B28C-72B3-496D-8606-CADA204E70A5}" type="slidenum">
              <a:rPr lang="zh-CN" altLang="en-US" sz="1400" smtClean="0">
                <a:latin typeface="Arial" panose="020B0604020202020204" pitchFamily="34" charset="0"/>
              </a:rPr>
              <a:t>13</a:t>
            </a:fld>
            <a:endParaRPr lang="en-US" altLang="zh-CN" sz="1400">
              <a:latin typeface="Arial" panose="020B0604020202020204" pitchFamily="34" charset="0"/>
            </a:endParaRPr>
          </a:p>
        </p:txBody>
      </p:sp>
      <p:sp>
        <p:nvSpPr>
          <p:cNvPr id="15363" name="Rectangle 2"/>
          <p:cNvSpPr>
            <a:spLocks noGrp="1" noChangeArrowheads="1"/>
          </p:cNvSpPr>
          <p:nvPr>
            <p:ph type="title"/>
          </p:nvPr>
        </p:nvSpPr>
        <p:spPr/>
        <p:txBody>
          <a:bodyPr/>
          <a:lstStyle/>
          <a:p>
            <a:r>
              <a:rPr lang="zh-CN" altLang="en-US" dirty="0">
                <a:ea typeface="宋体" panose="02010600030101010101" pitchFamily="2" charset="-122"/>
              </a:rPr>
              <a:t>旋转变换</a:t>
            </a:r>
          </a:p>
        </p:txBody>
      </p:sp>
      <p:sp>
        <p:nvSpPr>
          <p:cNvPr id="15364" name="Rectangle 3"/>
          <p:cNvSpPr>
            <a:spLocks noGrp="1" noChangeArrowheads="1"/>
          </p:cNvSpPr>
          <p:nvPr>
            <p:ph type="body" sz="half" idx="1"/>
          </p:nvPr>
        </p:nvSpPr>
        <p:spPr>
          <a:xfrm>
            <a:off x="236538" y="990600"/>
            <a:ext cx="9347200" cy="5410200"/>
          </a:xfrm>
        </p:spPr>
        <p:txBody>
          <a:bodyPr/>
          <a:lstStyle/>
          <a:p>
            <a:pPr eaLnBrk="1" hangingPunct="1"/>
            <a:r>
              <a:rPr lang="zh-CN" altLang="en-US" sz="3600">
                <a:ea typeface="宋体" panose="02010600030101010101" pitchFamily="2" charset="-122"/>
              </a:rPr>
              <a:t>向量表示：</a:t>
            </a:r>
          </a:p>
        </p:txBody>
      </p:sp>
      <p:graphicFrame>
        <p:nvGraphicFramePr>
          <p:cNvPr id="8194" name="Object 2"/>
          <p:cNvGraphicFramePr>
            <a:graphicFrameLocks noGrp="1" noChangeAspect="1"/>
          </p:cNvGraphicFramePr>
          <p:nvPr>
            <p:ph sz="quarter" idx="3"/>
          </p:nvPr>
        </p:nvGraphicFramePr>
        <p:xfrm>
          <a:off x="187325" y="4941888"/>
          <a:ext cx="3949700" cy="1481137"/>
        </p:xfrm>
        <a:graphic>
          <a:graphicData uri="http://schemas.openxmlformats.org/presentationml/2006/ole">
            <mc:AlternateContent xmlns:mc="http://schemas.openxmlformats.org/markup-compatibility/2006">
              <mc:Choice xmlns:v="urn:schemas-microsoft-com:vml" Requires="v">
                <p:oleObj spid="_x0000_s15618" name="Equation" r:id="rId4" imgW="1016000" imgH="381000" progId="Equation.DSMT4">
                  <p:embed/>
                </p:oleObj>
              </mc:Choice>
              <mc:Fallback>
                <p:oleObj name="Equation" r:id="rId4" imgW="1016000" imgH="38100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325" y="4941888"/>
                        <a:ext cx="3949700" cy="148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195" name="Object 3"/>
          <p:cNvGraphicFramePr>
            <a:graphicFrameLocks noChangeAspect="1"/>
          </p:cNvGraphicFramePr>
          <p:nvPr/>
        </p:nvGraphicFramePr>
        <p:xfrm>
          <a:off x="4791075" y="4986338"/>
          <a:ext cx="4562475" cy="1871662"/>
        </p:xfrm>
        <a:graphic>
          <a:graphicData uri="http://schemas.openxmlformats.org/presentationml/2006/ole">
            <mc:AlternateContent xmlns:mc="http://schemas.openxmlformats.org/markup-compatibility/2006">
              <mc:Choice xmlns:v="urn:schemas-microsoft-com:vml" Requires="v">
                <p:oleObj spid="_x0000_s15619" name="Equation" r:id="rId6" imgW="1269365" imgH="520700" progId="Equation.DSMT4">
                  <p:embed/>
                </p:oleObj>
              </mc:Choice>
              <mc:Fallback>
                <p:oleObj name="Equation" r:id="rId6" imgW="1269365" imgH="520700" progId="Equation.DSMT4">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91075" y="4986338"/>
                        <a:ext cx="4562475" cy="187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67" name="Object 4"/>
          <p:cNvGraphicFramePr>
            <a:graphicFrameLocks noGrp="1" noChangeAspect="1"/>
          </p:cNvGraphicFramePr>
          <p:nvPr>
            <p:ph sz="quarter" idx="2"/>
          </p:nvPr>
        </p:nvGraphicFramePr>
        <p:xfrm>
          <a:off x="5624513" y="903288"/>
          <a:ext cx="4281487" cy="3798887"/>
        </p:xfrm>
        <a:graphic>
          <a:graphicData uri="http://schemas.openxmlformats.org/presentationml/2006/ole">
            <mc:AlternateContent xmlns:mc="http://schemas.openxmlformats.org/markup-compatibility/2006">
              <mc:Choice xmlns:v="urn:schemas-microsoft-com:vml" Requires="v">
                <p:oleObj spid="_x0000_s15620" r:id="rId8" imgW="2132330" imgH="1892935" progId="Visio.Drawing.11">
                  <p:embed/>
                </p:oleObj>
              </mc:Choice>
              <mc:Fallback>
                <p:oleObj r:id="rId8" imgW="2132330" imgH="1892935" progId="Visio.Drawing.11">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24513" y="903288"/>
                        <a:ext cx="4281487" cy="379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10"/>
          <p:cNvGraphicFramePr>
            <a:graphicFrameLocks noChangeAspect="1"/>
          </p:cNvGraphicFramePr>
          <p:nvPr/>
        </p:nvGraphicFramePr>
        <p:xfrm>
          <a:off x="315913" y="1503363"/>
          <a:ext cx="3257550" cy="1458912"/>
        </p:xfrm>
        <a:graphic>
          <a:graphicData uri="http://schemas.openxmlformats.org/presentationml/2006/ole">
            <mc:AlternateContent xmlns:mc="http://schemas.openxmlformats.org/markup-compatibility/2006">
              <mc:Choice xmlns:v="urn:schemas-microsoft-com:vml" Requires="v">
                <p:oleObj spid="_x0000_s15621" name="Equation" r:id="rId10" imgW="850265" imgH="381000" progId="Equation.DSMT4">
                  <p:embed/>
                </p:oleObj>
              </mc:Choice>
              <mc:Fallback>
                <p:oleObj name="Equation" r:id="rId10" imgW="850265" imgH="381000" progId="Equation.DSMT4">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5913" y="1503363"/>
                        <a:ext cx="3257550" cy="1458912"/>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11"/>
          <p:cNvGraphicFramePr>
            <a:graphicFrameLocks noChangeAspect="1"/>
          </p:cNvGraphicFramePr>
          <p:nvPr/>
        </p:nvGraphicFramePr>
        <p:xfrm>
          <a:off x="228600" y="3090863"/>
          <a:ext cx="5691188" cy="1458912"/>
        </p:xfrm>
        <a:graphic>
          <a:graphicData uri="http://schemas.openxmlformats.org/presentationml/2006/ole">
            <mc:AlternateContent xmlns:mc="http://schemas.openxmlformats.org/markup-compatibility/2006">
              <mc:Choice xmlns:v="urn:schemas-microsoft-com:vml" Requires="v">
                <p:oleObj spid="_x0000_s15622" name="Equation" r:id="rId12" imgW="1485900" imgH="381000" progId="Equation.DSMT4">
                  <p:embed/>
                </p:oleObj>
              </mc:Choice>
              <mc:Fallback>
                <p:oleObj name="Equation" r:id="rId12" imgW="1485900" imgH="381000" progId="Equation.DSMT4">
                  <p:embed/>
                  <p:pic>
                    <p:nvPicPr>
                      <p:cNvPr id="0"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8600" y="3090863"/>
                        <a:ext cx="5691188" cy="1458912"/>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70"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CE54CEA-63B6-4408-A31D-283013BA9E5A}" type="datetime10">
              <a:rPr lang="zh-CN" altLang="en-US" sz="1400" smtClean="0">
                <a:latin typeface="Arial" panose="020B0604020202020204" pitchFamily="34" charset="0"/>
              </a:rPr>
              <a:t>09:34</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194"/>
                                        </p:tgtEl>
                                        <p:attrNameLst>
                                          <p:attrName>style.visibility</p:attrName>
                                        </p:attrNameLst>
                                      </p:cBhvr>
                                      <p:to>
                                        <p:strVal val="visible"/>
                                      </p:to>
                                    </p:set>
                                    <p:animEffect transition="in" filter="blinds(horizontal)">
                                      <p:cBhvr>
                                        <p:cTn id="17" dur="500"/>
                                        <p:tgtEl>
                                          <p:spTgt spid="8194"/>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8195"/>
                                        </p:tgtEl>
                                        <p:attrNameLst>
                                          <p:attrName>style.visibility</p:attrName>
                                        </p:attrNameLst>
                                      </p:cBhvr>
                                      <p:to>
                                        <p:strVal val="visible"/>
                                      </p:to>
                                    </p:set>
                                    <p:animEffect transition="in" filter="checkerboard(across)">
                                      <p:cBhvr>
                                        <p:cTn id="22" dur="500"/>
                                        <p:tgtEl>
                                          <p:spTgt spid="8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7"/>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ABEE5C3-7976-4D26-929C-88F377A23BB8}" type="slidenum">
              <a:rPr lang="zh-CN" altLang="en-US" sz="1400" smtClean="0">
                <a:latin typeface="Arial" panose="020B0604020202020204" pitchFamily="34" charset="0"/>
              </a:rPr>
              <a:t>14</a:t>
            </a:fld>
            <a:endParaRPr lang="en-US" altLang="zh-CN" sz="1400">
              <a:latin typeface="Arial" panose="020B0604020202020204" pitchFamily="34" charset="0"/>
            </a:endParaRPr>
          </a:p>
        </p:txBody>
      </p:sp>
      <p:sp>
        <p:nvSpPr>
          <p:cNvPr id="16387" name="Rectangle 2"/>
          <p:cNvSpPr>
            <a:spLocks noGrp="1" noChangeArrowheads="1"/>
          </p:cNvSpPr>
          <p:nvPr>
            <p:ph type="title"/>
          </p:nvPr>
        </p:nvSpPr>
        <p:spPr/>
        <p:txBody>
          <a:bodyPr/>
          <a:lstStyle/>
          <a:p>
            <a:r>
              <a:rPr lang="zh-CN" altLang="en-US" dirty="0">
                <a:ea typeface="宋体" panose="02010600030101010101" pitchFamily="2" charset="-122"/>
              </a:rPr>
              <a:t>旋转变换</a:t>
            </a:r>
          </a:p>
        </p:txBody>
      </p:sp>
      <p:sp>
        <p:nvSpPr>
          <p:cNvPr id="16388" name="Rectangle 3"/>
          <p:cNvSpPr>
            <a:spLocks noGrp="1" noChangeArrowheads="1"/>
          </p:cNvSpPr>
          <p:nvPr>
            <p:ph type="body" sz="half" idx="1"/>
          </p:nvPr>
        </p:nvSpPr>
        <p:spPr>
          <a:xfrm>
            <a:off x="236538" y="990600"/>
            <a:ext cx="9347200" cy="719138"/>
          </a:xfrm>
        </p:spPr>
        <p:txBody>
          <a:bodyPr/>
          <a:lstStyle/>
          <a:p>
            <a:pPr eaLnBrk="1" hangingPunct="1"/>
            <a:r>
              <a:rPr lang="zh-CN" altLang="en-US" sz="3600">
                <a:ea typeface="宋体" panose="02010600030101010101" pitchFamily="2" charset="-122"/>
              </a:rPr>
              <a:t>向量表示：</a:t>
            </a:r>
          </a:p>
        </p:txBody>
      </p:sp>
      <p:graphicFrame>
        <p:nvGraphicFramePr>
          <p:cNvPr id="8195" name="Object 3"/>
          <p:cNvGraphicFramePr>
            <a:graphicFrameLocks noChangeAspect="1"/>
          </p:cNvGraphicFramePr>
          <p:nvPr/>
        </p:nvGraphicFramePr>
        <p:xfrm>
          <a:off x="395288" y="1935163"/>
          <a:ext cx="4124325" cy="1692275"/>
        </p:xfrm>
        <a:graphic>
          <a:graphicData uri="http://schemas.openxmlformats.org/presentationml/2006/ole">
            <mc:AlternateContent xmlns:mc="http://schemas.openxmlformats.org/markup-compatibility/2006">
              <mc:Choice xmlns:v="urn:schemas-microsoft-com:vml" Requires="v">
                <p:oleObj spid="_x0000_s16543" name="Equation" r:id="rId3" imgW="1269365" imgH="520700" progId="Equation.DSMT4">
                  <p:embed/>
                </p:oleObj>
              </mc:Choice>
              <mc:Fallback>
                <p:oleObj name="Equation" r:id="rId3" imgW="1269365" imgH="5207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1935163"/>
                        <a:ext cx="4124325"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0" name="Object 4"/>
          <p:cNvGraphicFramePr>
            <a:graphicFrameLocks noGrp="1" noChangeAspect="1"/>
          </p:cNvGraphicFramePr>
          <p:nvPr>
            <p:ph sz="quarter" idx="2"/>
          </p:nvPr>
        </p:nvGraphicFramePr>
        <p:xfrm>
          <a:off x="5243513" y="1055688"/>
          <a:ext cx="4662487" cy="4137025"/>
        </p:xfrm>
        <a:graphic>
          <a:graphicData uri="http://schemas.openxmlformats.org/presentationml/2006/ole">
            <mc:AlternateContent xmlns:mc="http://schemas.openxmlformats.org/markup-compatibility/2006">
              <mc:Choice xmlns:v="urn:schemas-microsoft-com:vml" Requires="v">
                <p:oleObj spid="_x0000_s16544" r:id="rId5" imgW="2132330" imgH="1892935" progId="Visio.Drawing.11">
                  <p:embed/>
                </p:oleObj>
              </mc:Choice>
              <mc:Fallback>
                <p:oleObj r:id="rId5" imgW="2132330" imgH="1892935" progId="Visio.Drawing.11">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43513" y="1055688"/>
                        <a:ext cx="4662487" cy="413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4"/>
          <p:cNvSpPr txBox="1">
            <a:spLocks noChangeArrowheads="1"/>
          </p:cNvSpPr>
          <p:nvPr/>
        </p:nvSpPr>
        <p:spPr bwMode="auto">
          <a:xfrm>
            <a:off x="446405" y="5345430"/>
            <a:ext cx="4797425" cy="696595"/>
          </a:xfrm>
          <a:prstGeom prst="rect">
            <a:avLst/>
          </a:prstGeom>
          <a:noFill/>
          <a:ln w="9525">
            <a:solidFill>
              <a:srgbClr val="990033"/>
            </a:solidFill>
            <a:miter lim="800000"/>
          </a:ln>
        </p:spPr>
        <p:txBody>
          <a:bodyPr/>
          <a:lstStyle/>
          <a:p>
            <a:pPr marL="342900" indent="-342900" algn="just" eaLnBrk="1" hangingPunct="1">
              <a:lnSpc>
                <a:spcPct val="120000"/>
              </a:lnSpc>
              <a:spcBef>
                <a:spcPct val="20000"/>
              </a:spcBef>
              <a:defRPr/>
            </a:pPr>
            <a:r>
              <a:rPr lang="zh-CN" altLang="en-US" b="0" kern="0" dirty="0">
                <a:solidFill>
                  <a:schemeClr val="tx1"/>
                </a:solidFill>
                <a:latin typeface="华文宋体" panose="02010600040101010101" pitchFamily="2" charset="-122"/>
                <a:ea typeface="华文宋体" panose="02010600040101010101" pitchFamily="2" charset="-122"/>
              </a:rPr>
              <a:t>平移旋转能否统一形式？</a:t>
            </a:r>
          </a:p>
        </p:txBody>
      </p:sp>
      <p:graphicFrame>
        <p:nvGraphicFramePr>
          <p:cNvPr id="9" name="Object 9"/>
          <p:cNvGraphicFramePr>
            <a:graphicFrameLocks noChangeAspect="1"/>
          </p:cNvGraphicFramePr>
          <p:nvPr/>
        </p:nvGraphicFramePr>
        <p:xfrm>
          <a:off x="522288" y="3832225"/>
          <a:ext cx="3133725" cy="1196975"/>
        </p:xfrm>
        <a:graphic>
          <a:graphicData uri="http://schemas.openxmlformats.org/presentationml/2006/ole">
            <mc:AlternateContent xmlns:mc="http://schemas.openxmlformats.org/markup-compatibility/2006">
              <mc:Choice xmlns:v="urn:schemas-microsoft-com:vml" Requires="v">
                <p:oleObj spid="_x0000_s16545" name="Equation" r:id="rId7" imgW="965200" imgH="368300" progId="Equation.DSMT4">
                  <p:embed/>
                </p:oleObj>
              </mc:Choice>
              <mc:Fallback>
                <p:oleObj name="Equation" r:id="rId7" imgW="965200" imgH="368300" progId="Equation.DSMT4">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2288" y="3832225"/>
                        <a:ext cx="3133725"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93"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EEE6BB6-16DF-4E56-A82D-56F4E46A714F}" type="datetime10">
              <a:rPr lang="zh-CN" altLang="en-US" sz="1400" smtClean="0">
                <a:latin typeface="Arial" panose="020B0604020202020204" pitchFamily="34" charset="0"/>
              </a:rPr>
              <a:t>09:34</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8195"/>
                                        </p:tgtEl>
                                        <p:attrNameLst>
                                          <p:attrName>style.visibility</p:attrName>
                                        </p:attrNameLst>
                                      </p:cBhvr>
                                      <p:to>
                                        <p:strVal val="visible"/>
                                      </p:to>
                                    </p:set>
                                    <p:animEffect transition="in" filter="checkerboard(across)">
                                      <p:cBhvr>
                                        <p:cTn id="7" dur="500"/>
                                        <p:tgtEl>
                                          <p:spTgt spid="819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checkerboard(across)">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
                                            <p:bg/>
                                          </p:spTgt>
                                        </p:tgtEl>
                                        <p:attrNameLst>
                                          <p:attrName>style.visibility</p:attrName>
                                        </p:attrNameLst>
                                      </p:cBhvr>
                                      <p:to>
                                        <p:strVal val="visible"/>
                                      </p:to>
                                    </p:set>
                                    <p:animEffect transition="in" filter="blinds(horizontal)">
                                      <p:cBhvr>
                                        <p:cTn id="17" dur="500"/>
                                        <p:tgtEl>
                                          <p:spTgt spid="8">
                                            <p:bg/>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8">
                                            <p:txEl>
                                              <p:pRg st="0" end="0"/>
                                            </p:txEl>
                                          </p:spTgt>
                                        </p:tgtEl>
                                        <p:attrNameLst>
                                          <p:attrName>style.visibility</p:attrName>
                                        </p:attrNameLst>
                                      </p:cBhvr>
                                      <p:to>
                                        <p:strVal val="visible"/>
                                      </p:to>
                                    </p:set>
                                    <p:animEffect transition="in" filter="blinds(horizontal)">
                                      <p:cBhvr>
                                        <p:cTn id="20"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A203537-DDE9-4F04-B894-38AC43F9A77B}" type="slidenum">
              <a:rPr lang="zh-CN" altLang="en-US" sz="1400" smtClean="0">
                <a:latin typeface="Arial" panose="020B0604020202020204" pitchFamily="34" charset="0"/>
              </a:rPr>
              <a:t>15</a:t>
            </a:fld>
            <a:endParaRPr lang="en-US" altLang="zh-CN" sz="1400">
              <a:latin typeface="Arial" panose="020B0604020202020204" pitchFamily="34" charset="0"/>
            </a:endParaRPr>
          </a:p>
        </p:txBody>
      </p:sp>
      <p:sp>
        <p:nvSpPr>
          <p:cNvPr id="16387" name="Rectangle 2"/>
          <p:cNvSpPr>
            <a:spLocks noChangeArrowheads="1"/>
          </p:cNvSpPr>
          <p:nvPr/>
        </p:nvSpPr>
        <p:spPr bwMode="auto">
          <a:xfrm>
            <a:off x="3429000" y="1781175"/>
            <a:ext cx="3246438" cy="87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lnSpc>
                <a:spcPct val="160000"/>
              </a:lnSpc>
              <a:buFontTx/>
              <a:buNone/>
            </a:pPr>
            <a:r>
              <a:rPr kumimoji="1" lang="en-US" altLang="zh-CN" sz="2800" b="0">
                <a:ea typeface="宋体" panose="02010600030101010101" pitchFamily="2" charset="-122"/>
              </a:rPr>
              <a:t>t</a:t>
            </a:r>
            <a:r>
              <a:rPr kumimoji="1" lang="en-US" altLang="zh-CN" sz="2800" b="0" baseline="-30000">
                <a:ea typeface="宋体" panose="02010600030101010101" pitchFamily="2" charset="-122"/>
              </a:rPr>
              <a:t>x</a:t>
            </a:r>
            <a:r>
              <a:rPr kumimoji="1" lang="en-US" altLang="zh-CN" sz="2800" b="0">
                <a:ea typeface="宋体" panose="02010600030101010101" pitchFamily="2" charset="-122"/>
              </a:rPr>
              <a:t>，t</a:t>
            </a:r>
            <a:r>
              <a:rPr kumimoji="1" lang="en-US" altLang="zh-CN" sz="2800" b="0" baseline="-30000">
                <a:ea typeface="宋体" panose="02010600030101010101" pitchFamily="2" charset="-122"/>
              </a:rPr>
              <a:t>y</a:t>
            </a:r>
            <a:r>
              <a:rPr kumimoji="1" lang="zh-CN" altLang="en-US" sz="2800" b="0">
                <a:ea typeface="宋体" panose="02010600030101010101" pitchFamily="2" charset="-122"/>
              </a:rPr>
              <a:t>称为</a:t>
            </a:r>
            <a:r>
              <a:rPr kumimoji="1" lang="zh-CN" altLang="en-US" sz="2800">
                <a:ea typeface="宋体" panose="02010600030101010101" pitchFamily="2" charset="-122"/>
              </a:rPr>
              <a:t>平移参数</a:t>
            </a:r>
          </a:p>
        </p:txBody>
      </p:sp>
      <p:graphicFrame>
        <p:nvGraphicFramePr>
          <p:cNvPr id="13314" name="Object 2"/>
          <p:cNvGraphicFramePr>
            <a:graphicFrameLocks noChangeAspect="1"/>
          </p:cNvGraphicFramePr>
          <p:nvPr/>
        </p:nvGraphicFramePr>
        <p:xfrm>
          <a:off x="5253038" y="4387850"/>
          <a:ext cx="3757612" cy="2462213"/>
        </p:xfrm>
        <a:graphic>
          <a:graphicData uri="http://schemas.openxmlformats.org/presentationml/2006/ole">
            <mc:AlternateContent xmlns:mc="http://schemas.openxmlformats.org/markup-compatibility/2006">
              <mc:Choice xmlns:v="urn:schemas-microsoft-com:vml" Requires="v">
                <p:oleObj spid="_x0000_s17767" name="Equation" r:id="rId4" imgW="1015365" imgH="723900" progId="Equation.DSMT4">
                  <p:embed/>
                </p:oleObj>
              </mc:Choice>
              <mc:Fallback>
                <p:oleObj name="Equation" r:id="rId4" imgW="1015365" imgH="72390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53038" y="4387850"/>
                        <a:ext cx="3757612"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89" name="Rectangle 4"/>
          <p:cNvSpPr>
            <a:spLocks noChangeArrowheads="1"/>
          </p:cNvSpPr>
          <p:nvPr/>
        </p:nvSpPr>
        <p:spPr bwMode="auto">
          <a:xfrm>
            <a:off x="382588" y="1608138"/>
            <a:ext cx="6934200" cy="121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Tx/>
              <a:buNone/>
            </a:pPr>
            <a:r>
              <a:rPr kumimoji="1" lang="en-US" altLang="zh-CN" sz="2800">
                <a:solidFill>
                  <a:schemeClr val="tx2"/>
                </a:solidFill>
                <a:ea typeface="宋体" panose="02010600030101010101" pitchFamily="2" charset="-122"/>
              </a:rPr>
              <a:t>1. </a:t>
            </a:r>
            <a:r>
              <a:rPr kumimoji="1" lang="zh-CN" altLang="en-US" sz="2800">
                <a:solidFill>
                  <a:schemeClr val="tx2"/>
                </a:solidFill>
                <a:ea typeface="宋体" panose="02010600030101010101" pitchFamily="2" charset="-122"/>
              </a:rPr>
              <a:t>平移变换</a:t>
            </a:r>
            <a:r>
              <a:rPr kumimoji="1" lang="zh-CN" altLang="en-US" sz="2800" b="0">
                <a:solidFill>
                  <a:schemeClr val="tx2"/>
                </a:solidFill>
                <a:ea typeface="宋体" panose="02010600030101010101" pitchFamily="2" charset="-122"/>
              </a:rPr>
              <a:t>：</a:t>
            </a:r>
          </a:p>
        </p:txBody>
      </p:sp>
      <p:sp>
        <p:nvSpPr>
          <p:cNvPr id="16390" name="Rectangle 5"/>
          <p:cNvSpPr>
            <a:spLocks noGrp="1" noChangeArrowheads="1"/>
          </p:cNvSpPr>
          <p:nvPr>
            <p:ph type="title"/>
          </p:nvPr>
        </p:nvSpPr>
        <p:spPr/>
        <p:txBody>
          <a:bodyPr/>
          <a:lstStyle/>
          <a:p>
            <a:pPr eaLnBrk="1" hangingPunct="1"/>
            <a:r>
              <a:rPr lang="zh-CN" altLang="en-US">
                <a:latin typeface="宋体" panose="02010600030101010101" pitchFamily="2" charset="-122"/>
                <a:ea typeface="宋体" panose="02010600030101010101" pitchFamily="2" charset="-122"/>
              </a:rPr>
              <a:t>齐次坐标</a:t>
            </a:r>
            <a:endParaRPr lang="zh-CN" altLang="en-US">
              <a:ea typeface="宋体" panose="02010600030101010101" pitchFamily="2" charset="-122"/>
            </a:endParaRPr>
          </a:p>
        </p:txBody>
      </p:sp>
      <p:graphicFrame>
        <p:nvGraphicFramePr>
          <p:cNvPr id="16391" name="Object 7"/>
          <p:cNvGraphicFramePr>
            <a:graphicFrameLocks noChangeAspect="1"/>
          </p:cNvGraphicFramePr>
          <p:nvPr/>
        </p:nvGraphicFramePr>
        <p:xfrm>
          <a:off x="838200" y="2030413"/>
          <a:ext cx="2552700" cy="1619250"/>
        </p:xfrm>
        <a:graphic>
          <a:graphicData uri="http://schemas.openxmlformats.org/presentationml/2006/ole">
            <mc:AlternateContent xmlns:mc="http://schemas.openxmlformats.org/markup-compatibility/2006">
              <mc:Choice xmlns:v="urn:schemas-microsoft-com:vml" Requires="v">
                <p:oleObj spid="_x0000_s17768" name="Equation" r:id="rId6" imgW="571500" imgH="393700" progId="Equation.DSMT4">
                  <p:embed/>
                </p:oleObj>
              </mc:Choice>
              <mc:Fallback>
                <p:oleObj name="Equation" r:id="rId6" imgW="571500" imgH="39370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 y="2030413"/>
                        <a:ext cx="2552700" cy="16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4"/>
          <p:cNvGraphicFramePr>
            <a:graphicFrameLocks noChangeAspect="1"/>
          </p:cNvGraphicFramePr>
          <p:nvPr/>
        </p:nvGraphicFramePr>
        <p:xfrm>
          <a:off x="5129213" y="2524125"/>
          <a:ext cx="3895725" cy="1857375"/>
        </p:xfrm>
        <a:graphic>
          <a:graphicData uri="http://schemas.openxmlformats.org/presentationml/2006/ole">
            <mc:AlternateContent xmlns:mc="http://schemas.openxmlformats.org/markup-compatibility/2006">
              <mc:Choice xmlns:v="urn:schemas-microsoft-com:vml" Requires="v">
                <p:oleObj spid="_x0000_s17769" name="Equation" r:id="rId8" imgW="1053465" imgH="546100" progId="Equation.DSMT4">
                  <p:embed/>
                </p:oleObj>
              </mc:Choice>
              <mc:Fallback>
                <p:oleObj name="Equation" r:id="rId8" imgW="1053465" imgH="546100" progId="Equation.DSMT4">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29213" y="2524125"/>
                        <a:ext cx="3895725"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9"/>
          <p:cNvGraphicFramePr>
            <a:graphicFrameLocks noChangeAspect="1"/>
          </p:cNvGraphicFramePr>
          <p:nvPr/>
        </p:nvGraphicFramePr>
        <p:xfrm>
          <a:off x="827088" y="3582988"/>
          <a:ext cx="2552700" cy="2349500"/>
        </p:xfrm>
        <a:graphic>
          <a:graphicData uri="http://schemas.openxmlformats.org/presentationml/2006/ole">
            <mc:AlternateContent xmlns:mc="http://schemas.openxmlformats.org/markup-compatibility/2006">
              <mc:Choice xmlns:v="urn:schemas-microsoft-com:vml" Requires="v">
                <p:oleObj spid="_x0000_s17770" name="Equation" r:id="rId10" imgW="571500" imgH="571500" progId="Equation.DSMT4">
                  <p:embed/>
                </p:oleObj>
              </mc:Choice>
              <mc:Fallback>
                <p:oleObj name="Equation" r:id="rId10" imgW="571500" imgH="571500" progId="Equation.DSMT4">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27088" y="3582988"/>
                        <a:ext cx="2552700" cy="234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18"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C1D2A7C-447C-4BFA-BF1B-E991780F7CD5}" type="datetime10">
              <a:rPr lang="zh-CN" altLang="en-US" sz="1400" smtClean="0">
                <a:latin typeface="Arial" panose="020B0604020202020204" pitchFamily="34" charset="0"/>
              </a:rPr>
              <a:t>09:34</a:t>
            </a:fld>
            <a:endParaRPr lang="en-US" altLang="zh-CN" sz="1400">
              <a:latin typeface="Arial" panose="020B0604020202020204" pitchFamily="34" charset="0"/>
            </a:endParaRPr>
          </a:p>
        </p:txBody>
      </p:sp>
      <p:graphicFrame>
        <p:nvGraphicFramePr>
          <p:cNvPr id="2" name="对象 1"/>
          <p:cNvGraphicFramePr>
            <a:graphicFrameLocks noChangeAspect="1"/>
          </p:cNvGraphicFramePr>
          <p:nvPr/>
        </p:nvGraphicFramePr>
        <p:xfrm>
          <a:off x="5199380" y="1125538"/>
          <a:ext cx="4438015" cy="561975"/>
        </p:xfrm>
        <a:graphic>
          <a:graphicData uri="http://schemas.openxmlformats.org/presentationml/2006/ole">
            <mc:AlternateContent xmlns:mc="http://schemas.openxmlformats.org/markup-compatibility/2006">
              <mc:Choice xmlns:v="urn:schemas-microsoft-com:vml" Requires="v">
                <p:oleObj spid="_x0000_s17771" name="Equation" r:id="rId12" imgW="1117600" imgH="152400" progId="Equation.DSMT4">
                  <p:embed/>
                </p:oleObj>
              </mc:Choice>
              <mc:Fallback>
                <p:oleObj name="Equation" r:id="rId12" imgW="1117600" imgH="152400" progId="Equation.DSMT4">
                  <p:embed/>
                  <p:pic>
                    <p:nvPicPr>
                      <p:cNvPr id="0" name="对象 1"/>
                      <p:cNvPicPr>
                        <a:picLocks noChangeAspect="1" noChangeArrowheads="1"/>
                      </p:cNvPicPr>
                      <p:nvPr/>
                    </p:nvPicPr>
                    <p:blipFill>
                      <a:blip r:embed="rId13"/>
                      <a:srcRect/>
                      <a:stretch>
                        <a:fillRect/>
                      </a:stretch>
                    </p:blipFill>
                    <p:spPr bwMode="auto">
                      <a:xfrm>
                        <a:off x="5199380" y="1125538"/>
                        <a:ext cx="4438015" cy="561975"/>
                      </a:xfrm>
                      <a:prstGeom prst="rect">
                        <a:avLst/>
                      </a:prstGeom>
                      <a:noFill/>
                      <a:ln w="9525">
                        <a:solidFill>
                          <a:srgbClr val="80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p:cNvGraphicFramePr>
            <a:graphicFrameLocks noChangeAspect="1"/>
          </p:cNvGraphicFramePr>
          <p:nvPr/>
        </p:nvGraphicFramePr>
        <p:xfrm>
          <a:off x="3095625" y="1060450"/>
          <a:ext cx="1733550" cy="547688"/>
        </p:xfrm>
        <a:graphic>
          <a:graphicData uri="http://schemas.openxmlformats.org/presentationml/2006/ole">
            <mc:AlternateContent xmlns:mc="http://schemas.openxmlformats.org/markup-compatibility/2006">
              <mc:Choice xmlns:v="urn:schemas-microsoft-com:vml" Requires="v">
                <p:oleObj spid="_x0000_s17772" name="Equation" r:id="rId14" imgW="482600" imgH="152400" progId="Equation.DSMT4">
                  <p:embed/>
                </p:oleObj>
              </mc:Choice>
              <mc:Fallback>
                <p:oleObj name="Equation" r:id="rId14" imgW="482600" imgH="152400" progId="Equation.DSMT4">
                  <p:embed/>
                  <p:pic>
                    <p:nvPicPr>
                      <p:cNvPr id="0" name="对象 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095625" y="1060450"/>
                        <a:ext cx="1733550" cy="54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nvGraphicFramePr>
        <p:xfrm>
          <a:off x="627063" y="1012825"/>
          <a:ext cx="2033587" cy="595313"/>
        </p:xfrm>
        <a:graphic>
          <a:graphicData uri="http://schemas.openxmlformats.org/presentationml/2006/ole">
            <mc:AlternateContent xmlns:mc="http://schemas.openxmlformats.org/markup-compatibility/2006">
              <mc:Choice xmlns:v="urn:schemas-microsoft-com:vml" Requires="v">
                <p:oleObj spid="_x0000_s17773" name="Equation" r:id="rId16" imgW="520700" imgH="152400" progId="Equation.DSMT4">
                  <p:embed/>
                </p:oleObj>
              </mc:Choice>
              <mc:Fallback>
                <p:oleObj name="Equation" r:id="rId16" imgW="520700" imgH="152400" progId="Equation.DSMT4">
                  <p:embed/>
                  <p:pic>
                    <p:nvPicPr>
                      <p:cNvPr id="0" name="对象 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27063" y="1012825"/>
                        <a:ext cx="2033587"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heckerboard(across)">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389"/>
                                        </p:tgtEl>
                                        <p:attrNameLst>
                                          <p:attrName>style.visibility</p:attrName>
                                        </p:attrNameLst>
                                      </p:cBhvr>
                                      <p:to>
                                        <p:strVal val="visible"/>
                                      </p:to>
                                    </p:set>
                                    <p:animEffect transition="in" filter="fade">
                                      <p:cBhvr>
                                        <p:cTn id="22" dur="500"/>
                                        <p:tgtEl>
                                          <p:spTgt spid="1638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6387"/>
                                        </p:tgtEl>
                                        <p:attrNameLst>
                                          <p:attrName>style.visibility</p:attrName>
                                        </p:attrNameLst>
                                      </p:cBhvr>
                                      <p:to>
                                        <p:strVal val="visible"/>
                                      </p:to>
                                    </p:set>
                                    <p:animEffect transition="in" filter="fade">
                                      <p:cBhvr>
                                        <p:cTn id="25" dur="500"/>
                                        <p:tgtEl>
                                          <p:spTgt spid="16387"/>
                                        </p:tgtEl>
                                      </p:cBhvr>
                                    </p:animEffect>
                                  </p:childTnLst>
                                </p:cTn>
                              </p:par>
                              <p:par>
                                <p:cTn id="26" presetID="10" presetClass="entr" presetSubtype="0" fill="hold" nodeType="withEffect">
                                  <p:stCondLst>
                                    <p:cond delay="0"/>
                                  </p:stCondLst>
                                  <p:childTnLst>
                                    <p:set>
                                      <p:cBhvr>
                                        <p:cTn id="27" dur="1" fill="hold">
                                          <p:stCondLst>
                                            <p:cond delay="0"/>
                                          </p:stCondLst>
                                        </p:cTn>
                                        <p:tgtEl>
                                          <p:spTgt spid="16391"/>
                                        </p:tgtEl>
                                        <p:attrNameLst>
                                          <p:attrName>style.visibility</p:attrName>
                                        </p:attrNameLst>
                                      </p:cBhvr>
                                      <p:to>
                                        <p:strVal val="visible"/>
                                      </p:to>
                                    </p:set>
                                    <p:animEffect transition="in" filter="fade">
                                      <p:cBhvr>
                                        <p:cTn id="28" dur="500"/>
                                        <p:tgtEl>
                                          <p:spTgt spid="16391"/>
                                        </p:tgtEl>
                                      </p:cBhvr>
                                    </p:animEffect>
                                  </p:childTnLst>
                                </p:cTn>
                              </p:par>
                            </p:childTnLst>
                          </p:cTn>
                        </p:par>
                      </p:childTnLst>
                    </p:cTn>
                  </p:par>
                  <p:par>
                    <p:cTn id="29" fill="hold">
                      <p:stCondLst>
                        <p:cond delay="indefinite"/>
                      </p:stCondLst>
                      <p:childTnLst>
                        <p:par>
                          <p:cTn id="30" fill="hold">
                            <p:stCondLst>
                              <p:cond delay="0"/>
                            </p:stCondLst>
                            <p:childTnLst>
                              <p:par>
                                <p:cTn id="31" presetID="5" presetClass="entr" presetSubtype="1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checkerboard(across)">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6390"/>
                                        </p:tgtEl>
                                        <p:attrNameLst>
                                          <p:attrName>style.visibility</p:attrName>
                                        </p:attrNameLst>
                                      </p:cBhvr>
                                      <p:to>
                                        <p:strVal val="visible"/>
                                      </p:to>
                                    </p:set>
                                    <p:animEffect transition="in" filter="fade">
                                      <p:cBhvr>
                                        <p:cTn id="38" dur="500"/>
                                        <p:tgtEl>
                                          <p:spTgt spid="16390"/>
                                        </p:tgtEl>
                                      </p:cBhvr>
                                    </p:animEffect>
                                  </p:childTnLst>
                                </p:cTn>
                              </p:par>
                            </p:childTnLst>
                          </p:cTn>
                        </p:par>
                      </p:childTnLst>
                    </p:cTn>
                  </p:par>
                  <p:par>
                    <p:cTn id="39" fill="hold">
                      <p:stCondLst>
                        <p:cond delay="indefinite"/>
                      </p:stCondLst>
                      <p:childTnLst>
                        <p:par>
                          <p:cTn id="40" fill="hold">
                            <p:stCondLst>
                              <p:cond delay="0"/>
                            </p:stCondLst>
                            <p:childTnLst>
                              <p:par>
                                <p:cTn id="41" presetID="5" presetClass="entr" presetSubtype="10" fill="hold"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checkerboard(across)">
                                      <p:cBhvr>
                                        <p:cTn id="43" dur="500"/>
                                        <p:tgtEl>
                                          <p:spTgt spid="8"/>
                                        </p:tgtEl>
                                      </p:cBhvr>
                                    </p:animEffect>
                                  </p:childTnLst>
                                </p:cTn>
                              </p:par>
                            </p:childTnLst>
                          </p:cTn>
                        </p:par>
                      </p:childTnLst>
                    </p:cTn>
                  </p:par>
                  <p:par>
                    <p:cTn id="44" fill="hold">
                      <p:stCondLst>
                        <p:cond delay="indefinite"/>
                      </p:stCondLst>
                      <p:childTnLst>
                        <p:par>
                          <p:cTn id="45" fill="hold">
                            <p:stCondLst>
                              <p:cond delay="0"/>
                            </p:stCondLst>
                            <p:childTnLst>
                              <p:par>
                                <p:cTn id="46" presetID="5" presetClass="entr" presetSubtype="10" fill="hold" nodeType="clickEffect">
                                  <p:stCondLst>
                                    <p:cond delay="0"/>
                                  </p:stCondLst>
                                  <p:childTnLst>
                                    <p:set>
                                      <p:cBhvr>
                                        <p:cTn id="47" dur="1" fill="hold">
                                          <p:stCondLst>
                                            <p:cond delay="0"/>
                                          </p:stCondLst>
                                        </p:cTn>
                                        <p:tgtEl>
                                          <p:spTgt spid="13314"/>
                                        </p:tgtEl>
                                        <p:attrNameLst>
                                          <p:attrName>style.visibility</p:attrName>
                                        </p:attrNameLst>
                                      </p:cBhvr>
                                      <p:to>
                                        <p:strVal val="visible"/>
                                      </p:to>
                                    </p:set>
                                    <p:animEffect transition="in" filter="checkerboard(across)">
                                      <p:cBhvr>
                                        <p:cTn id="48" dur="500"/>
                                        <p:tgtEl>
                                          <p:spTgt spid="133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p:bldP spid="16389" grpId="0"/>
      <p:bldP spid="16390" grpId="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0B10F18-1A97-471A-AFDB-288CAE1E1FCB}" type="slidenum">
              <a:rPr lang="zh-CN" altLang="en-US" sz="1400" smtClean="0">
                <a:latin typeface="Arial" panose="020B0604020202020204" pitchFamily="34" charset="0"/>
              </a:rPr>
              <a:t>16</a:t>
            </a:fld>
            <a:endParaRPr lang="en-US" altLang="zh-CN" sz="1400">
              <a:latin typeface="Arial" panose="020B0604020202020204" pitchFamily="34" charset="0"/>
            </a:endParaRPr>
          </a:p>
        </p:txBody>
      </p:sp>
      <p:sp>
        <p:nvSpPr>
          <p:cNvPr id="18435" name="Rectangle 2"/>
          <p:cNvSpPr>
            <a:spLocks noChangeArrowheads="1"/>
          </p:cNvSpPr>
          <p:nvPr/>
        </p:nvSpPr>
        <p:spPr bwMode="auto">
          <a:xfrm>
            <a:off x="247650" y="1119188"/>
            <a:ext cx="9658350" cy="1417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Tx/>
              <a:buNone/>
            </a:pPr>
            <a:r>
              <a:rPr kumimoji="1" lang="en-US" altLang="zh-CN" sz="2800">
                <a:solidFill>
                  <a:schemeClr val="tx2"/>
                </a:solidFill>
                <a:ea typeface="宋体" panose="02010600030101010101" pitchFamily="2" charset="-122"/>
              </a:rPr>
              <a:t>2. </a:t>
            </a:r>
            <a:r>
              <a:rPr kumimoji="1" lang="zh-CN" altLang="en-US" sz="2800">
                <a:solidFill>
                  <a:schemeClr val="tx2"/>
                </a:solidFill>
                <a:ea typeface="宋体" panose="02010600030101010101" pitchFamily="2" charset="-122"/>
              </a:rPr>
              <a:t>旋转变换</a:t>
            </a:r>
            <a:r>
              <a:rPr kumimoji="1" lang="zh-CN" altLang="en-US" sz="2800" b="0">
                <a:solidFill>
                  <a:schemeClr val="tx2"/>
                </a:solidFill>
                <a:ea typeface="宋体" panose="02010600030101010101" pitchFamily="2" charset="-122"/>
              </a:rPr>
              <a:t>：</a:t>
            </a:r>
          </a:p>
          <a:p>
            <a:pPr>
              <a:lnSpc>
                <a:spcPct val="130000"/>
              </a:lnSpc>
              <a:buFontTx/>
              <a:buNone/>
            </a:pPr>
            <a:r>
              <a:rPr kumimoji="1" lang="zh-CN" altLang="en-US" sz="2800" b="0">
                <a:ea typeface="宋体" panose="02010600030101010101" pitchFamily="2" charset="-122"/>
              </a:rPr>
              <a:t>逆时针旋转</a:t>
            </a:r>
            <a:r>
              <a:rPr kumimoji="1" lang="en-US" altLang="zh-CN" sz="2800" b="0">
                <a:ea typeface="宋体" panose="02010600030101010101" pitchFamily="2" charset="-122"/>
              </a:rPr>
              <a:t>θ</a:t>
            </a:r>
            <a:r>
              <a:rPr kumimoji="1" lang="zh-CN" altLang="en-US" sz="2800" b="0">
                <a:ea typeface="宋体" panose="02010600030101010101" pitchFamily="2" charset="-122"/>
              </a:rPr>
              <a:t>角</a:t>
            </a:r>
          </a:p>
        </p:txBody>
      </p:sp>
      <p:sp>
        <p:nvSpPr>
          <p:cNvPr id="18436" name="Rectangle 5"/>
          <p:cNvSpPr>
            <a:spLocks noGrp="1" noChangeArrowheads="1"/>
          </p:cNvSpPr>
          <p:nvPr>
            <p:ph type="title"/>
          </p:nvPr>
        </p:nvSpPr>
        <p:spPr/>
        <p:txBody>
          <a:bodyPr/>
          <a:lstStyle/>
          <a:p>
            <a:pPr eaLnBrk="1" hangingPunct="1"/>
            <a:r>
              <a:rPr lang="zh-CN" altLang="en-US">
                <a:latin typeface="宋体" panose="02010600030101010101" pitchFamily="2" charset="-122"/>
                <a:ea typeface="宋体" panose="02010600030101010101" pitchFamily="2" charset="-122"/>
              </a:rPr>
              <a:t>齐次坐标</a:t>
            </a:r>
            <a:endParaRPr lang="zh-CN" altLang="en-US">
              <a:ea typeface="宋体" panose="02010600030101010101" pitchFamily="2" charset="-122"/>
            </a:endParaRPr>
          </a:p>
        </p:txBody>
      </p:sp>
      <p:graphicFrame>
        <p:nvGraphicFramePr>
          <p:cNvPr id="18437" name="Object 2"/>
          <p:cNvGraphicFramePr>
            <a:graphicFrameLocks noChangeAspect="1"/>
          </p:cNvGraphicFramePr>
          <p:nvPr/>
        </p:nvGraphicFramePr>
        <p:xfrm>
          <a:off x="3603625" y="1111250"/>
          <a:ext cx="3721100" cy="1395413"/>
        </p:xfrm>
        <a:graphic>
          <a:graphicData uri="http://schemas.openxmlformats.org/presentationml/2006/ole">
            <mc:AlternateContent xmlns:mc="http://schemas.openxmlformats.org/markup-compatibility/2006">
              <mc:Choice xmlns:v="urn:schemas-microsoft-com:vml" Requires="v">
                <p:oleObj spid="_x0000_s18591" name="Equation" r:id="rId4" imgW="1016000" imgH="381000" progId="Equation.DSMT4">
                  <p:embed/>
                </p:oleObj>
              </mc:Choice>
              <mc:Fallback>
                <p:oleObj name="Equation" r:id="rId4" imgW="1016000" imgH="38100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3625" y="1111250"/>
                        <a:ext cx="3721100" cy="139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16" name="Object 7"/>
          <p:cNvGraphicFramePr>
            <a:graphicFrameLocks noChangeAspect="1"/>
          </p:cNvGraphicFramePr>
          <p:nvPr/>
        </p:nvGraphicFramePr>
        <p:xfrm>
          <a:off x="603250" y="2809875"/>
          <a:ext cx="5303838" cy="1857375"/>
        </p:xfrm>
        <a:graphic>
          <a:graphicData uri="http://schemas.openxmlformats.org/presentationml/2006/ole">
            <mc:AlternateContent xmlns:mc="http://schemas.openxmlformats.org/markup-compatibility/2006">
              <mc:Choice xmlns:v="urn:schemas-microsoft-com:vml" Requires="v">
                <p:oleObj spid="_x0000_s18592" name="Equation" r:id="rId6" imgW="1434465" imgH="546100" progId="Equation.DSMT4">
                  <p:embed/>
                </p:oleObj>
              </mc:Choice>
              <mc:Fallback>
                <p:oleObj name="Equation" r:id="rId6" imgW="1434465" imgH="54610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3250" y="2809875"/>
                        <a:ext cx="5303838"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17" name="Object 9"/>
          <p:cNvGraphicFramePr>
            <a:graphicFrameLocks noChangeAspect="1"/>
          </p:cNvGraphicFramePr>
          <p:nvPr/>
        </p:nvGraphicFramePr>
        <p:xfrm>
          <a:off x="5210175" y="4438650"/>
          <a:ext cx="4695825" cy="2419350"/>
        </p:xfrm>
        <a:graphic>
          <a:graphicData uri="http://schemas.openxmlformats.org/presentationml/2006/ole">
            <mc:AlternateContent xmlns:mc="http://schemas.openxmlformats.org/markup-compatibility/2006">
              <mc:Choice xmlns:v="urn:schemas-microsoft-com:vml" Requires="v">
                <p:oleObj spid="_x0000_s18593" name="Equation" r:id="rId8" imgW="1269365" imgH="711200" progId="Equation.DSMT4">
                  <p:embed/>
                </p:oleObj>
              </mc:Choice>
              <mc:Fallback>
                <p:oleObj name="Equation" r:id="rId8" imgW="1269365" imgH="711200"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10175" y="4438650"/>
                        <a:ext cx="4695825"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AutoShape 4"/>
          <p:cNvSpPr>
            <a:spLocks noChangeArrowheads="1"/>
          </p:cNvSpPr>
          <p:nvPr/>
        </p:nvSpPr>
        <p:spPr bwMode="auto">
          <a:xfrm>
            <a:off x="7205663" y="2955925"/>
            <a:ext cx="2443162" cy="747713"/>
          </a:xfrm>
          <a:prstGeom prst="wedgeRoundRectCallout">
            <a:avLst>
              <a:gd name="adj1" fmla="val -81684"/>
              <a:gd name="adj2" fmla="val 53003"/>
              <a:gd name="adj3" fmla="val 16667"/>
            </a:avLst>
          </a:prstGeom>
        </p:spPr>
        <p:style>
          <a:lnRef idx="1">
            <a:schemeClr val="accent2"/>
          </a:lnRef>
          <a:fillRef idx="2">
            <a:schemeClr val="accent2"/>
          </a:fillRef>
          <a:effectRef idx="1">
            <a:schemeClr val="accent2"/>
          </a:effectRef>
          <a:fontRef idx="minor">
            <a:schemeClr val="dk1"/>
          </a:fontRef>
        </p:style>
        <p:txBody>
          <a:bodyPr lIns="92075" tIns="46038" rIns="92075" bIns="46038"/>
          <a:lstStyle/>
          <a:p>
            <a:pPr algn="ctr" eaLnBrk="1" hangingPunct="1">
              <a:spcBef>
                <a:spcPct val="50000"/>
              </a:spcBef>
              <a:buClr>
                <a:schemeClr val="accent2"/>
              </a:buClr>
              <a:buSzPct val="80000"/>
              <a:buFont typeface="Wingdings" panose="05000000000000000000" pitchFamily="2" charset="2"/>
              <a:buNone/>
              <a:defRPr/>
            </a:pPr>
            <a:r>
              <a:rPr kumimoji="1" lang="zh-CN" altLang="en-US" b="0" dirty="0">
                <a:latin typeface="宋体" panose="02010600030101010101" pitchFamily="2" charset="-122"/>
                <a:ea typeface="宋体" panose="02010600030101010101" pitchFamily="2" charset="-122"/>
              </a:rPr>
              <a:t>齐次坐标</a:t>
            </a:r>
          </a:p>
        </p:txBody>
      </p:sp>
      <p:sp>
        <p:nvSpPr>
          <p:cNvPr id="18441"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DF1DB58-D2DE-4EA8-8CAF-299A99A1F0C4}" type="datetime10">
              <a:rPr lang="zh-CN" altLang="en-US" sz="1400" smtClean="0">
                <a:latin typeface="Arial" panose="020B0604020202020204" pitchFamily="34" charset="0"/>
              </a:rPr>
              <a:t>09:34</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7416"/>
                                        </p:tgtEl>
                                        <p:attrNameLst>
                                          <p:attrName>style.visibility</p:attrName>
                                        </p:attrNameLst>
                                      </p:cBhvr>
                                      <p:to>
                                        <p:strVal val="visible"/>
                                      </p:to>
                                    </p:set>
                                    <p:animEffect transition="in" filter="checkerboard(across)">
                                      <p:cBhvr>
                                        <p:cTn id="7" dur="500"/>
                                        <p:tgtEl>
                                          <p:spTgt spid="1741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7417"/>
                                        </p:tgtEl>
                                        <p:attrNameLst>
                                          <p:attrName>style.visibility</p:attrName>
                                        </p:attrNameLst>
                                      </p:cBhvr>
                                      <p:to>
                                        <p:strVal val="visible"/>
                                      </p:to>
                                    </p:set>
                                    <p:animEffect transition="in" filter="checkerboard(across)">
                                      <p:cBhvr>
                                        <p:cTn id="12" dur="500"/>
                                        <p:tgtEl>
                                          <p:spTgt spid="1741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EEFB3CC-EFAC-4F17-A4BA-BFD2602FFE56}" type="slidenum">
              <a:rPr lang="zh-CN" altLang="en-US" sz="1400" smtClean="0">
                <a:latin typeface="Arial" panose="020B0604020202020204" pitchFamily="34" charset="0"/>
              </a:rPr>
              <a:t>17</a:t>
            </a:fld>
            <a:endParaRPr lang="en-US" altLang="zh-CN" sz="1400">
              <a:latin typeface="Arial" panose="020B0604020202020204" pitchFamily="34" charset="0"/>
            </a:endParaRPr>
          </a:p>
        </p:txBody>
      </p:sp>
      <p:sp>
        <p:nvSpPr>
          <p:cNvPr id="19459" name="Rectangle 2"/>
          <p:cNvSpPr>
            <a:spLocks noGrp="1" noChangeArrowheads="1"/>
          </p:cNvSpPr>
          <p:nvPr>
            <p:ph type="title"/>
          </p:nvPr>
        </p:nvSpPr>
        <p:spPr>
          <a:xfrm>
            <a:off x="760413" y="0"/>
            <a:ext cx="8420100" cy="968375"/>
          </a:xfrm>
        </p:spPr>
        <p:txBody>
          <a:bodyPr/>
          <a:lstStyle/>
          <a:p>
            <a:pPr eaLnBrk="1" hangingPunct="1"/>
            <a:r>
              <a:rPr lang="zh-CN" altLang="en-US">
                <a:latin typeface="宋体" panose="02010600030101010101" pitchFamily="2" charset="-122"/>
                <a:ea typeface="宋体" panose="02010600030101010101" pitchFamily="2" charset="-122"/>
              </a:rPr>
              <a:t>齐次坐标</a:t>
            </a:r>
          </a:p>
        </p:txBody>
      </p:sp>
      <p:sp>
        <p:nvSpPr>
          <p:cNvPr id="19460" name="Rectangle 3"/>
          <p:cNvSpPr>
            <a:spLocks noGrp="1" noChangeArrowheads="1"/>
          </p:cNvSpPr>
          <p:nvPr>
            <p:ph type="body" idx="1"/>
          </p:nvPr>
        </p:nvSpPr>
        <p:spPr>
          <a:xfrm>
            <a:off x="136525" y="1131888"/>
            <a:ext cx="9604375" cy="5484812"/>
          </a:xfrm>
        </p:spPr>
        <p:txBody>
          <a:bodyPr/>
          <a:lstStyle/>
          <a:p>
            <a:pPr eaLnBrk="1" hangingPunct="1">
              <a:lnSpc>
                <a:spcPct val="90000"/>
              </a:lnSpc>
            </a:pPr>
            <a:r>
              <a:rPr kumimoji="1" lang="zh-CN" altLang="en-US" sz="2800">
                <a:latin typeface="华文宋体" panose="02010600040101010101" pitchFamily="2" charset="-122"/>
                <a:ea typeface="华文宋体" panose="02010600040101010101" pitchFamily="2" charset="-122"/>
              </a:rPr>
              <a:t>齐次坐标表示法：由</a:t>
            </a:r>
            <a:r>
              <a:rPr kumimoji="1" lang="en-US" altLang="zh-CN" sz="2800" i="1">
                <a:latin typeface="华文宋体" panose="02010600040101010101" pitchFamily="2" charset="-122"/>
                <a:ea typeface="华文宋体" panose="02010600040101010101" pitchFamily="2" charset="-122"/>
              </a:rPr>
              <a:t>n</a:t>
            </a:r>
            <a:r>
              <a:rPr kumimoji="1" lang="en-US" altLang="zh-CN" sz="2800">
                <a:latin typeface="华文宋体" panose="02010600040101010101" pitchFamily="2" charset="-122"/>
                <a:ea typeface="华文宋体" panose="02010600040101010101" pitchFamily="2" charset="-122"/>
              </a:rPr>
              <a:t>+1</a:t>
            </a:r>
            <a:r>
              <a:rPr kumimoji="1" lang="zh-CN" altLang="en-US" sz="2800">
                <a:latin typeface="华文宋体" panose="02010600040101010101" pitchFamily="2" charset="-122"/>
                <a:ea typeface="华文宋体" panose="02010600040101010101" pitchFamily="2" charset="-122"/>
              </a:rPr>
              <a:t>维向量表示一个</a:t>
            </a:r>
            <a:r>
              <a:rPr kumimoji="1" lang="en-US" altLang="zh-CN" sz="2800" i="1">
                <a:latin typeface="华文宋体" panose="02010600040101010101" pitchFamily="2" charset="-122"/>
                <a:ea typeface="华文宋体" panose="02010600040101010101" pitchFamily="2" charset="-122"/>
              </a:rPr>
              <a:t>n</a:t>
            </a:r>
            <a:r>
              <a:rPr kumimoji="1" lang="zh-CN" altLang="en-US" sz="2800">
                <a:latin typeface="华文宋体" panose="02010600040101010101" pitchFamily="2" charset="-122"/>
                <a:ea typeface="华文宋体" panose="02010600040101010101" pitchFamily="2" charset="-122"/>
              </a:rPr>
              <a:t>维向量</a:t>
            </a:r>
            <a:endParaRPr kumimoji="1" lang="en-US" altLang="zh-CN" sz="2800">
              <a:latin typeface="华文宋体" panose="02010600040101010101" pitchFamily="2" charset="-122"/>
              <a:ea typeface="华文宋体" panose="02010600040101010101" pitchFamily="2" charset="-122"/>
            </a:endParaRPr>
          </a:p>
          <a:p>
            <a:pPr eaLnBrk="1" hangingPunct="1">
              <a:lnSpc>
                <a:spcPct val="90000"/>
              </a:lnSpc>
              <a:buFontTx/>
              <a:buNone/>
            </a:pPr>
            <a:r>
              <a:rPr kumimoji="1" lang="en-US" altLang="zh-CN" sz="2800">
                <a:latin typeface="华文宋体" panose="02010600040101010101" pitchFamily="2" charset="-122"/>
                <a:ea typeface="华文宋体" panose="02010600040101010101" pitchFamily="2" charset="-122"/>
              </a:rPr>
              <a:t>	</a:t>
            </a:r>
            <a:r>
              <a:rPr kumimoji="1" lang="zh-CN" altLang="en-US" sz="2800">
                <a:latin typeface="华文宋体" panose="02010600040101010101" pitchFamily="2" charset="-122"/>
                <a:ea typeface="华文宋体" panose="02010600040101010101" pitchFamily="2" charset="-122"/>
              </a:rPr>
              <a:t>如</a:t>
            </a:r>
            <a:r>
              <a:rPr kumimoji="1" lang="en-US" altLang="zh-CN" sz="2800">
                <a:latin typeface="华文宋体" panose="02010600040101010101" pitchFamily="2" charset="-122"/>
                <a:ea typeface="华文宋体" panose="02010600040101010101" pitchFamily="2" charset="-122"/>
              </a:rPr>
              <a:t>:</a:t>
            </a:r>
            <a:r>
              <a:rPr kumimoji="1" lang="en-US" altLang="zh-CN" sz="2800" i="1">
                <a:latin typeface="华文宋体" panose="02010600040101010101" pitchFamily="2" charset="-122"/>
                <a:ea typeface="华文宋体" panose="02010600040101010101" pitchFamily="2" charset="-122"/>
              </a:rPr>
              <a:t>n</a:t>
            </a:r>
            <a:r>
              <a:rPr kumimoji="1" lang="zh-CN" altLang="en-US" sz="2800">
                <a:latin typeface="华文宋体" panose="02010600040101010101" pitchFamily="2" charset="-122"/>
                <a:ea typeface="华文宋体" panose="02010600040101010101" pitchFamily="2" charset="-122"/>
              </a:rPr>
              <a:t>维向量</a:t>
            </a:r>
            <a:r>
              <a:rPr kumimoji="1" lang="en-US" altLang="zh-CN" sz="2800">
                <a:latin typeface="华文宋体" panose="02010600040101010101" pitchFamily="2" charset="-122"/>
                <a:ea typeface="华文宋体" panose="02010600040101010101" pitchFamily="2" charset="-122"/>
              </a:rPr>
              <a:t>(</a:t>
            </a:r>
            <a:r>
              <a:rPr kumimoji="1" lang="en-US" altLang="zh-CN" sz="2800" i="1">
                <a:latin typeface="华文宋体" panose="02010600040101010101" pitchFamily="2" charset="-122"/>
                <a:ea typeface="华文宋体" panose="02010600040101010101" pitchFamily="2" charset="-122"/>
              </a:rPr>
              <a:t>P</a:t>
            </a:r>
            <a:r>
              <a:rPr kumimoji="1" lang="en-US" altLang="zh-CN" sz="2800">
                <a:latin typeface="华文宋体" panose="02010600040101010101" pitchFamily="2" charset="-122"/>
                <a:ea typeface="华文宋体" panose="02010600040101010101" pitchFamily="2" charset="-122"/>
              </a:rPr>
              <a:t>1,</a:t>
            </a:r>
            <a:r>
              <a:rPr kumimoji="1" lang="en-US" altLang="zh-CN" sz="2800" i="1">
                <a:latin typeface="华文宋体" panose="02010600040101010101" pitchFamily="2" charset="-122"/>
                <a:ea typeface="华文宋体" panose="02010600040101010101" pitchFamily="2" charset="-122"/>
              </a:rPr>
              <a:t>P</a:t>
            </a:r>
            <a:r>
              <a:rPr kumimoji="1" lang="en-US" altLang="zh-CN" sz="2800">
                <a:latin typeface="华文宋体" panose="02010600040101010101" pitchFamily="2" charset="-122"/>
                <a:ea typeface="华文宋体" panose="02010600040101010101" pitchFamily="2" charset="-122"/>
              </a:rPr>
              <a:t>2, … ,</a:t>
            </a:r>
            <a:r>
              <a:rPr kumimoji="1" lang="en-US" altLang="zh-CN" sz="2800" i="1">
                <a:latin typeface="华文宋体" panose="02010600040101010101" pitchFamily="2" charset="-122"/>
                <a:ea typeface="华文宋体" panose="02010600040101010101" pitchFamily="2" charset="-122"/>
              </a:rPr>
              <a:t>Pn</a:t>
            </a:r>
            <a:r>
              <a:rPr kumimoji="1" lang="en-US" altLang="zh-CN" sz="2800">
                <a:latin typeface="华文宋体" panose="02010600040101010101" pitchFamily="2" charset="-122"/>
                <a:ea typeface="华文宋体" panose="02010600040101010101" pitchFamily="2" charset="-122"/>
              </a:rPr>
              <a:t>)</a:t>
            </a:r>
            <a:r>
              <a:rPr kumimoji="1" lang="zh-CN" altLang="en-US" sz="2800">
                <a:latin typeface="华文宋体" panose="02010600040101010101" pitchFamily="2" charset="-122"/>
                <a:ea typeface="华文宋体" panose="02010600040101010101" pitchFamily="2" charset="-122"/>
              </a:rPr>
              <a:t>表示为（</a:t>
            </a:r>
            <a:r>
              <a:rPr kumimoji="1" lang="en-US" altLang="zh-CN" sz="2800" i="1">
                <a:latin typeface="华文宋体" panose="02010600040101010101" pitchFamily="2" charset="-122"/>
                <a:ea typeface="华文宋体" panose="02010600040101010101" pitchFamily="2" charset="-122"/>
              </a:rPr>
              <a:t>hP</a:t>
            </a:r>
            <a:r>
              <a:rPr kumimoji="1" lang="en-US" altLang="zh-CN" sz="2800">
                <a:latin typeface="华文宋体" panose="02010600040101010101" pitchFamily="2" charset="-122"/>
                <a:ea typeface="华文宋体" panose="02010600040101010101" pitchFamily="2" charset="-122"/>
              </a:rPr>
              <a:t>1,</a:t>
            </a:r>
            <a:r>
              <a:rPr kumimoji="1" lang="en-US" altLang="zh-CN" sz="2800" i="1">
                <a:latin typeface="华文宋体" panose="02010600040101010101" pitchFamily="2" charset="-122"/>
                <a:ea typeface="华文宋体" panose="02010600040101010101" pitchFamily="2" charset="-122"/>
              </a:rPr>
              <a:t>hP</a:t>
            </a:r>
            <a:r>
              <a:rPr kumimoji="1" lang="en-US" altLang="zh-CN" sz="2800">
                <a:latin typeface="华文宋体" panose="02010600040101010101" pitchFamily="2" charset="-122"/>
                <a:ea typeface="华文宋体" panose="02010600040101010101" pitchFamily="2" charset="-122"/>
              </a:rPr>
              <a:t>2,</a:t>
            </a:r>
            <a:r>
              <a:rPr kumimoji="1" lang="en-US" altLang="zh-CN" sz="2800">
                <a:latin typeface="华文宋体" panose="02010600040101010101" pitchFamily="2" charset="-122"/>
                <a:ea typeface="华文宋体" panose="02010600040101010101" pitchFamily="2" charset="-122"/>
                <a:sym typeface="MT Extra" panose="05050102010205020202" pitchFamily="82"/>
              </a:rPr>
              <a:t></a:t>
            </a:r>
            <a:r>
              <a:rPr kumimoji="1" lang="en-US" altLang="zh-CN" sz="2800" i="1">
                <a:latin typeface="华文宋体" panose="02010600040101010101" pitchFamily="2" charset="-122"/>
                <a:ea typeface="华文宋体" panose="02010600040101010101" pitchFamily="2" charset="-122"/>
              </a:rPr>
              <a:t>hPn</a:t>
            </a:r>
            <a:r>
              <a:rPr kumimoji="1" lang="en-US" altLang="zh-CN" sz="2800">
                <a:latin typeface="华文宋体" panose="02010600040101010101" pitchFamily="2" charset="-122"/>
                <a:ea typeface="华文宋体" panose="02010600040101010101" pitchFamily="2" charset="-122"/>
              </a:rPr>
              <a:t>,</a:t>
            </a:r>
            <a:r>
              <a:rPr kumimoji="1" lang="en-US" altLang="zh-CN" sz="2800" i="1">
                <a:latin typeface="华文宋体" panose="02010600040101010101" pitchFamily="2" charset="-122"/>
                <a:ea typeface="华文宋体" panose="02010600040101010101" pitchFamily="2" charset="-122"/>
              </a:rPr>
              <a:t>h</a:t>
            </a:r>
            <a:r>
              <a:rPr kumimoji="1" lang="zh-CN" altLang="en-US" sz="2800">
                <a:latin typeface="华文宋体" panose="02010600040101010101" pitchFamily="2" charset="-122"/>
                <a:ea typeface="华文宋体" panose="02010600040101010101" pitchFamily="2" charset="-122"/>
              </a:rPr>
              <a:t>），其中</a:t>
            </a:r>
            <a:r>
              <a:rPr kumimoji="1" lang="en-US" altLang="zh-CN" sz="2800" i="1">
                <a:latin typeface="华文宋体" panose="02010600040101010101" pitchFamily="2" charset="-122"/>
                <a:ea typeface="华文宋体" panose="02010600040101010101" pitchFamily="2" charset="-122"/>
              </a:rPr>
              <a:t>h</a:t>
            </a:r>
            <a:r>
              <a:rPr kumimoji="1" lang="zh-CN" altLang="en-US" sz="2800">
                <a:latin typeface="华文宋体" panose="02010600040101010101" pitchFamily="2" charset="-122"/>
                <a:ea typeface="华文宋体" panose="02010600040101010101" pitchFamily="2" charset="-122"/>
              </a:rPr>
              <a:t>称为哑坐标。</a:t>
            </a:r>
          </a:p>
          <a:p>
            <a:pPr eaLnBrk="1" hangingPunct="1">
              <a:lnSpc>
                <a:spcPct val="90000"/>
              </a:lnSpc>
            </a:pPr>
            <a:r>
              <a:rPr kumimoji="1" lang="zh-CN" altLang="en-US" sz="2800">
                <a:latin typeface="华文宋体" panose="02010600040101010101" pitchFamily="2" charset="-122"/>
                <a:ea typeface="华文宋体" panose="02010600040101010101" pitchFamily="2" charset="-122"/>
              </a:rPr>
              <a:t>普通坐标与齐次坐标的关系为“一对多”</a:t>
            </a:r>
          </a:p>
          <a:p>
            <a:pPr eaLnBrk="1" hangingPunct="1">
              <a:lnSpc>
                <a:spcPct val="90000"/>
              </a:lnSpc>
              <a:buFontTx/>
              <a:buNone/>
            </a:pPr>
            <a:r>
              <a:rPr kumimoji="1" lang="zh-CN" altLang="en-US" sz="2800">
                <a:latin typeface="华文宋体" panose="02010600040101010101" pitchFamily="2" charset="-122"/>
                <a:ea typeface="华文宋体" panose="02010600040101010101" pitchFamily="2" charset="-122"/>
              </a:rPr>
              <a:t>     由普通坐标</a:t>
            </a:r>
            <a:r>
              <a:rPr kumimoji="1" lang="zh-CN" altLang="en-US" sz="2800">
                <a:latin typeface="华文宋体" panose="02010600040101010101" pitchFamily="2" charset="-122"/>
                <a:ea typeface="华文宋体" panose="02010600040101010101" pitchFamily="2" charset="-122"/>
                <a:sym typeface="Symbol" panose="05050102010706020507" pitchFamily="18" charset="2"/>
              </a:rPr>
              <a:t></a:t>
            </a:r>
            <a:r>
              <a:rPr kumimoji="1" lang="en-US" altLang="zh-CN" sz="2800" i="1">
                <a:latin typeface="华文宋体" panose="02010600040101010101" pitchFamily="2" charset="-122"/>
                <a:ea typeface="华文宋体" panose="02010600040101010101" pitchFamily="2" charset="-122"/>
              </a:rPr>
              <a:t>h</a:t>
            </a:r>
            <a:r>
              <a:rPr kumimoji="1" lang="en-US" altLang="zh-CN" sz="2800">
                <a:latin typeface="华文宋体" panose="02010600040101010101" pitchFamily="2" charset="-122"/>
                <a:ea typeface="华文宋体" panose="02010600040101010101" pitchFamily="2" charset="-122"/>
              </a:rPr>
              <a:t>→</a:t>
            </a:r>
            <a:r>
              <a:rPr kumimoji="1" lang="zh-CN" altLang="en-US" sz="2800">
                <a:latin typeface="华文宋体" panose="02010600040101010101" pitchFamily="2" charset="-122"/>
                <a:ea typeface="华文宋体" panose="02010600040101010101" pitchFamily="2" charset="-122"/>
              </a:rPr>
              <a:t>齐次坐标</a:t>
            </a:r>
          </a:p>
          <a:p>
            <a:pPr eaLnBrk="1" hangingPunct="1">
              <a:lnSpc>
                <a:spcPct val="90000"/>
              </a:lnSpc>
              <a:buFontTx/>
              <a:buNone/>
            </a:pPr>
            <a:r>
              <a:rPr kumimoji="1" lang="zh-CN" altLang="en-US" sz="2800">
                <a:latin typeface="华文宋体" panose="02010600040101010101" pitchFamily="2" charset="-122"/>
                <a:ea typeface="华文宋体" panose="02010600040101010101" pitchFamily="2" charset="-122"/>
              </a:rPr>
              <a:t>     由齐次坐标</a:t>
            </a:r>
            <a:r>
              <a:rPr kumimoji="1" lang="en-US" altLang="zh-CN" sz="2800">
                <a:latin typeface="华文宋体" panose="02010600040101010101" pitchFamily="2" charset="-122"/>
                <a:ea typeface="华文宋体" panose="02010600040101010101" pitchFamily="2" charset="-122"/>
              </a:rPr>
              <a:t>÷</a:t>
            </a:r>
            <a:r>
              <a:rPr kumimoji="1" lang="en-US" altLang="zh-CN" sz="2800" i="1">
                <a:latin typeface="华文宋体" panose="02010600040101010101" pitchFamily="2" charset="-122"/>
                <a:ea typeface="华文宋体" panose="02010600040101010101" pitchFamily="2" charset="-122"/>
              </a:rPr>
              <a:t>h</a:t>
            </a:r>
            <a:r>
              <a:rPr kumimoji="1" lang="en-US" altLang="zh-CN" sz="2800">
                <a:latin typeface="华文宋体" panose="02010600040101010101" pitchFamily="2" charset="-122"/>
                <a:ea typeface="华文宋体" panose="02010600040101010101" pitchFamily="2" charset="-122"/>
              </a:rPr>
              <a:t>→</a:t>
            </a:r>
            <a:r>
              <a:rPr kumimoji="1" lang="zh-CN" altLang="en-US" sz="2800">
                <a:latin typeface="华文宋体" panose="02010600040101010101" pitchFamily="2" charset="-122"/>
                <a:ea typeface="华文宋体" panose="02010600040101010101" pitchFamily="2" charset="-122"/>
              </a:rPr>
              <a:t>普通坐标</a:t>
            </a:r>
            <a:endParaRPr kumimoji="1" lang="en-US" altLang="zh-CN" sz="2800">
              <a:latin typeface="华文宋体" panose="02010600040101010101" pitchFamily="2" charset="-122"/>
              <a:ea typeface="华文宋体" panose="02010600040101010101" pitchFamily="2" charset="-122"/>
            </a:endParaRPr>
          </a:p>
          <a:p>
            <a:pPr eaLnBrk="1" hangingPunct="1">
              <a:lnSpc>
                <a:spcPct val="90000"/>
              </a:lnSpc>
              <a:buFontTx/>
              <a:buNone/>
            </a:pPr>
            <a:r>
              <a:rPr kumimoji="1" lang="en-US" altLang="zh-CN" sz="2800">
                <a:latin typeface="华文宋体" panose="02010600040101010101" pitchFamily="2" charset="-122"/>
                <a:ea typeface="华文宋体" panose="02010600040101010101" pitchFamily="2" charset="-122"/>
              </a:rPr>
              <a:t>	</a:t>
            </a:r>
            <a:r>
              <a:rPr kumimoji="1" lang="zh-CN" altLang="en-US" sz="2800">
                <a:latin typeface="华文宋体" panose="02010600040101010101" pitchFamily="2" charset="-122"/>
                <a:ea typeface="华文宋体" panose="02010600040101010101" pitchFamily="2" charset="-122"/>
              </a:rPr>
              <a:t>如</a:t>
            </a:r>
            <a:r>
              <a:rPr kumimoji="1" lang="en-US" altLang="zh-CN" sz="2800">
                <a:latin typeface="华文宋体" panose="02010600040101010101" pitchFamily="2" charset="-122"/>
                <a:ea typeface="华文宋体" panose="02010600040101010101" pitchFamily="2" charset="-122"/>
              </a:rPr>
              <a:t>:</a:t>
            </a:r>
            <a:r>
              <a:rPr kumimoji="1" lang="zh-CN" altLang="en-US" sz="2800">
                <a:latin typeface="华文宋体" panose="02010600040101010101" pitchFamily="2" charset="-122"/>
                <a:ea typeface="华文宋体" panose="02010600040101010101" pitchFamily="2" charset="-122"/>
              </a:rPr>
              <a:t>普通坐标（</a:t>
            </a:r>
            <a:r>
              <a:rPr kumimoji="1" lang="en-US" altLang="zh-CN" sz="2800">
                <a:latin typeface="华文宋体" panose="02010600040101010101" pitchFamily="2" charset="-122"/>
                <a:ea typeface="华文宋体" panose="02010600040101010101" pitchFamily="2" charset="-122"/>
              </a:rPr>
              <a:t>2,3</a:t>
            </a:r>
            <a:r>
              <a:rPr kumimoji="1" lang="zh-CN" altLang="en-US" sz="2800">
                <a:latin typeface="华文宋体" panose="02010600040101010101" pitchFamily="2" charset="-122"/>
                <a:ea typeface="华文宋体" panose="02010600040101010101" pitchFamily="2" charset="-122"/>
              </a:rPr>
              <a:t>）</a:t>
            </a:r>
            <a:r>
              <a:rPr kumimoji="1" lang="en-US" altLang="zh-CN" sz="2800">
                <a:latin typeface="华文宋体" panose="02010600040101010101" pitchFamily="2" charset="-122"/>
                <a:ea typeface="华文宋体" panose="02010600040101010101" pitchFamily="2" charset="-122"/>
              </a:rPr>
              <a:t>→</a:t>
            </a:r>
            <a:r>
              <a:rPr kumimoji="1" lang="zh-CN" altLang="en-US" sz="2800">
                <a:latin typeface="华文宋体" panose="02010600040101010101" pitchFamily="2" charset="-122"/>
                <a:ea typeface="华文宋体" panose="02010600040101010101" pitchFamily="2" charset="-122"/>
              </a:rPr>
              <a:t>齐次坐标 </a:t>
            </a:r>
            <a:r>
              <a:rPr kumimoji="1" lang="en-US" altLang="zh-CN" sz="2800">
                <a:latin typeface="华文宋体" panose="02010600040101010101" pitchFamily="2" charset="-122"/>
                <a:ea typeface="华文宋体" panose="02010600040101010101" pitchFamily="2" charset="-122"/>
              </a:rPr>
              <a:t>(4,6,2), (6,9,3)</a:t>
            </a:r>
            <a:endParaRPr kumimoji="1" lang="zh-CN" altLang="en-US" sz="2800">
              <a:latin typeface="华文宋体" panose="02010600040101010101" pitchFamily="2" charset="-122"/>
              <a:ea typeface="华文宋体" panose="02010600040101010101" pitchFamily="2" charset="-122"/>
            </a:endParaRPr>
          </a:p>
          <a:p>
            <a:pPr eaLnBrk="1" hangingPunct="1">
              <a:lnSpc>
                <a:spcPct val="90000"/>
              </a:lnSpc>
            </a:pPr>
            <a:r>
              <a:rPr kumimoji="1" lang="zh-CN" altLang="en-US" sz="2800">
                <a:latin typeface="华文宋体" panose="02010600040101010101" pitchFamily="2" charset="-122"/>
                <a:ea typeface="华文宋体" panose="02010600040101010101" pitchFamily="2" charset="-122"/>
              </a:rPr>
              <a:t>当</a:t>
            </a:r>
            <a:r>
              <a:rPr kumimoji="1" lang="en-US" altLang="zh-CN" sz="2800" i="1">
                <a:latin typeface="华文宋体" panose="02010600040101010101" pitchFamily="2" charset="-122"/>
                <a:ea typeface="华文宋体" panose="02010600040101010101" pitchFamily="2" charset="-122"/>
              </a:rPr>
              <a:t>h</a:t>
            </a:r>
            <a:r>
              <a:rPr kumimoji="1" lang="en-US" altLang="zh-CN" sz="2800">
                <a:latin typeface="华文宋体" panose="02010600040101010101" pitchFamily="2" charset="-122"/>
                <a:ea typeface="华文宋体" panose="02010600040101010101" pitchFamily="2" charset="-122"/>
              </a:rPr>
              <a:t>=1</a:t>
            </a:r>
            <a:r>
              <a:rPr kumimoji="1" lang="zh-CN" altLang="en-US" sz="2800">
                <a:latin typeface="华文宋体" panose="02010600040101010101" pitchFamily="2" charset="-122"/>
                <a:ea typeface="华文宋体" panose="02010600040101010101" pitchFamily="2" charset="-122"/>
              </a:rPr>
              <a:t>时产生的齐次坐标称为“规格化坐标”，因为前</a:t>
            </a:r>
            <a:r>
              <a:rPr kumimoji="1" lang="en-US" altLang="zh-CN" sz="2800" i="1">
                <a:latin typeface="华文宋体" panose="02010600040101010101" pitchFamily="2" charset="-122"/>
                <a:ea typeface="华文宋体" panose="02010600040101010101" pitchFamily="2" charset="-122"/>
              </a:rPr>
              <a:t>n</a:t>
            </a:r>
            <a:r>
              <a:rPr kumimoji="1" lang="zh-CN" altLang="en-US" sz="2800">
                <a:latin typeface="华文宋体" panose="02010600040101010101" pitchFamily="2" charset="-122"/>
                <a:ea typeface="华文宋体" panose="02010600040101010101" pitchFamily="2" charset="-122"/>
              </a:rPr>
              <a:t>个坐标就是普通坐标系下的</a:t>
            </a:r>
            <a:r>
              <a:rPr kumimoji="1" lang="en-US" altLang="zh-CN" sz="2800" i="1">
                <a:latin typeface="华文宋体" panose="02010600040101010101" pitchFamily="2" charset="-122"/>
                <a:ea typeface="华文宋体" panose="02010600040101010101" pitchFamily="2" charset="-122"/>
              </a:rPr>
              <a:t>n</a:t>
            </a:r>
            <a:r>
              <a:rPr kumimoji="1" lang="zh-CN" altLang="en-US" sz="2800">
                <a:latin typeface="华文宋体" panose="02010600040101010101" pitchFamily="2" charset="-122"/>
                <a:ea typeface="华文宋体" panose="02010600040101010101" pitchFamily="2" charset="-122"/>
              </a:rPr>
              <a:t>维坐标。</a:t>
            </a:r>
          </a:p>
        </p:txBody>
      </p:sp>
      <p:sp>
        <p:nvSpPr>
          <p:cNvPr id="6" name="Rectangle 8"/>
          <p:cNvSpPr>
            <a:spLocks noChangeArrowheads="1"/>
          </p:cNvSpPr>
          <p:nvPr/>
        </p:nvSpPr>
        <p:spPr bwMode="auto">
          <a:xfrm>
            <a:off x="644525" y="5526088"/>
            <a:ext cx="3935413"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zh-CN" altLang="en-US" sz="3600" b="0">
                <a:solidFill>
                  <a:schemeClr val="accent2"/>
                </a:solidFill>
                <a:latin typeface="华文宋体" panose="02010600040101010101" pitchFamily="2" charset="-122"/>
                <a:ea typeface="华文宋体" panose="02010600040101010101" pitchFamily="2" charset="-122"/>
              </a:rPr>
              <a:t>齐次坐标的作用</a:t>
            </a:r>
            <a:endParaRPr lang="en-US" altLang="zh-CN" sz="3600" b="0">
              <a:solidFill>
                <a:schemeClr val="accent2"/>
              </a:solidFill>
              <a:latin typeface="华文宋体" panose="02010600040101010101" pitchFamily="2" charset="-122"/>
              <a:ea typeface="华文宋体" panose="02010600040101010101" pitchFamily="2" charset="-122"/>
            </a:endParaRPr>
          </a:p>
        </p:txBody>
      </p:sp>
      <p:sp>
        <p:nvSpPr>
          <p:cNvPr id="19462"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767195A-7AB1-4F28-8D7A-D0F7B0663D36}" type="datetime10">
              <a:rPr lang="zh-CN" altLang="en-US" sz="1400" smtClean="0">
                <a:latin typeface="Arial" panose="020B0604020202020204" pitchFamily="34" charset="0"/>
              </a:rPr>
              <a:t>09:34</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163749C-09A4-40D2-8411-E110EFF53925}" type="slidenum">
              <a:rPr lang="zh-CN" altLang="en-US" sz="1400" smtClean="0">
                <a:latin typeface="Arial" panose="020B0604020202020204" pitchFamily="34" charset="0"/>
              </a:rPr>
              <a:t>18</a:t>
            </a:fld>
            <a:endParaRPr lang="en-US" altLang="zh-CN" sz="1400">
              <a:latin typeface="Arial" panose="020B0604020202020204" pitchFamily="34" charset="0"/>
            </a:endParaRPr>
          </a:p>
        </p:txBody>
      </p:sp>
      <p:sp>
        <p:nvSpPr>
          <p:cNvPr id="604162" name="Rectangle 2"/>
          <p:cNvSpPr>
            <a:spLocks noGrp="1" noChangeArrowheads="1"/>
          </p:cNvSpPr>
          <p:nvPr>
            <p:ph type="body" idx="1"/>
          </p:nvPr>
        </p:nvSpPr>
        <p:spPr>
          <a:xfrm>
            <a:off x="392113" y="1143000"/>
            <a:ext cx="9245600" cy="5370513"/>
          </a:xfrm>
        </p:spPr>
        <p:txBody>
          <a:bodyPr/>
          <a:lstStyle/>
          <a:p>
            <a:pPr marL="514350" indent="-514350" eaLnBrk="1" hangingPunct="1">
              <a:buFontTx/>
              <a:buAutoNum type="arabicPeriod"/>
              <a:defRPr/>
            </a:pPr>
            <a:r>
              <a:rPr lang="zh-CN" altLang="en-US" dirty="0">
                <a:latin typeface="华文宋体" panose="02010600040101010101" pitchFamily="2" charset="-122"/>
                <a:ea typeface="华文宋体" panose="02010600040101010101" pitchFamily="2" charset="-122"/>
              </a:rPr>
              <a:t>齐次坐标是所有计算机图形系统的关键</a:t>
            </a:r>
            <a:endParaRPr lang="en-US" altLang="zh-CN" dirty="0">
              <a:latin typeface="华文宋体" panose="02010600040101010101" pitchFamily="2" charset="-122"/>
              <a:ea typeface="华文宋体" panose="02010600040101010101" pitchFamily="2" charset="-122"/>
            </a:endParaRPr>
          </a:p>
          <a:p>
            <a:pPr marL="514350" indent="-514350" eaLnBrk="1" hangingPunct="1">
              <a:buFontTx/>
              <a:buAutoNum type="arabicPeriod"/>
              <a:defRPr/>
            </a:pPr>
            <a:r>
              <a:rPr lang="zh-CN" altLang="en-US" dirty="0">
                <a:latin typeface="华文宋体" panose="02010600040101010101" pitchFamily="2" charset="-122"/>
                <a:ea typeface="华文宋体" panose="02010600040101010101" pitchFamily="2" charset="-122"/>
              </a:rPr>
              <a:t>将各种变换用</a:t>
            </a:r>
            <a:r>
              <a:rPr lang="zh-CN" altLang="en-US" dirty="0">
                <a:solidFill>
                  <a:srgbClr val="FF0000"/>
                </a:solidFill>
                <a:latin typeface="华文宋体" panose="02010600040101010101" pitchFamily="2" charset="-122"/>
                <a:ea typeface="华文宋体" panose="02010600040101010101" pitchFamily="2" charset="-122"/>
              </a:rPr>
              <a:t>阶数统一的矩阵来表示</a:t>
            </a:r>
            <a:endParaRPr lang="en-US" altLang="zh-CN" dirty="0">
              <a:latin typeface="华文宋体" panose="02010600040101010101" pitchFamily="2" charset="-122"/>
              <a:ea typeface="华文宋体" panose="02010600040101010101" pitchFamily="2" charset="-122"/>
            </a:endParaRPr>
          </a:p>
          <a:p>
            <a:pPr marL="514350" indent="-514350" eaLnBrk="1" hangingPunct="1">
              <a:buFontTx/>
              <a:buAutoNum type="arabicPeriod"/>
              <a:defRPr/>
            </a:pPr>
            <a:r>
              <a:rPr lang="zh-CN" altLang="en-US" dirty="0">
                <a:latin typeface="华文宋体" panose="02010600040101010101" pitchFamily="2" charset="-122"/>
                <a:ea typeface="华文宋体" panose="02010600040101010101" pitchFamily="2" charset="-122"/>
              </a:rPr>
              <a:t>提供了用矩阵运算把二维、三维甚至高维空间上的一个点从一个坐标系变换到另一坐标系的有效方法</a:t>
            </a:r>
            <a:endParaRPr lang="en-US" altLang="zh-CN" dirty="0">
              <a:latin typeface="华文宋体" panose="02010600040101010101" pitchFamily="2" charset="-122"/>
              <a:ea typeface="华文宋体" panose="02010600040101010101" pitchFamily="2" charset="-122"/>
            </a:endParaRPr>
          </a:p>
          <a:p>
            <a:pPr marL="514350" indent="-514350" eaLnBrk="1" hangingPunct="1">
              <a:buFontTx/>
              <a:buAutoNum type="arabicPeriod"/>
              <a:defRPr/>
            </a:pPr>
            <a:r>
              <a:rPr lang="zh-CN" altLang="en-US" dirty="0">
                <a:latin typeface="华文宋体" panose="02010600040101010101" pitchFamily="2" charset="-122"/>
                <a:ea typeface="华文宋体" panose="02010600040101010101" pitchFamily="2" charset="-122"/>
              </a:rPr>
              <a:t>便于变换合成</a:t>
            </a:r>
            <a:r>
              <a:rPr lang="en-US" altLang="zh-CN" dirty="0">
                <a:latin typeface="华文宋体" panose="02010600040101010101" pitchFamily="2" charset="-122"/>
                <a:ea typeface="华文宋体" panose="02010600040101010101" pitchFamily="2" charset="-122"/>
              </a:rPr>
              <a:t>, </a:t>
            </a:r>
            <a:r>
              <a:rPr lang="zh-CN" altLang="en-US" dirty="0">
                <a:latin typeface="华文宋体" panose="02010600040101010101" pitchFamily="2" charset="-122"/>
                <a:ea typeface="华文宋体" panose="02010600040101010101" pitchFamily="2" charset="-122"/>
              </a:rPr>
              <a:t>以利于硬件实现</a:t>
            </a:r>
          </a:p>
          <a:p>
            <a:pPr lvl="1" eaLnBrk="1" hangingPunct="1">
              <a:defRPr/>
            </a:pPr>
            <a:endParaRPr lang="zh-CN" altLang="en-US" dirty="0">
              <a:latin typeface="华文宋体" panose="02010600040101010101" pitchFamily="2" charset="-122"/>
              <a:ea typeface="华文宋体" panose="02010600040101010101" pitchFamily="2" charset="-122"/>
            </a:endParaRPr>
          </a:p>
          <a:p>
            <a:pPr eaLnBrk="1" hangingPunct="1">
              <a:buFontTx/>
              <a:buNone/>
              <a:defRPr/>
            </a:pPr>
            <a:endParaRPr lang="zh-CN" altLang="en-US" sz="2400" dirty="0">
              <a:latin typeface="华文宋体" panose="02010600040101010101" pitchFamily="2" charset="-122"/>
              <a:ea typeface="华文宋体" panose="02010600040101010101" pitchFamily="2" charset="-122"/>
            </a:endParaRPr>
          </a:p>
        </p:txBody>
      </p:sp>
      <p:sp>
        <p:nvSpPr>
          <p:cNvPr id="20484" name="Rectangle 3"/>
          <p:cNvSpPr>
            <a:spLocks noChangeArrowheads="1"/>
          </p:cNvSpPr>
          <p:nvPr/>
        </p:nvSpPr>
        <p:spPr bwMode="auto">
          <a:xfrm>
            <a:off x="760413" y="0"/>
            <a:ext cx="8420100"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zh-CN" altLang="en-US" sz="4400" b="0">
                <a:solidFill>
                  <a:schemeClr val="accent2"/>
                </a:solidFill>
                <a:latin typeface="宋体" panose="02010600030101010101" pitchFamily="2" charset="-122"/>
                <a:ea typeface="宋体" panose="02010600030101010101" pitchFamily="2" charset="-122"/>
              </a:rPr>
              <a:t>齐次坐标</a:t>
            </a:r>
          </a:p>
        </p:txBody>
      </p:sp>
      <p:sp>
        <p:nvSpPr>
          <p:cNvPr id="5" name="AutoShape 4"/>
          <p:cNvSpPr>
            <a:spLocks noChangeArrowheads="1"/>
          </p:cNvSpPr>
          <p:nvPr/>
        </p:nvSpPr>
        <p:spPr bwMode="auto">
          <a:xfrm>
            <a:off x="7262813" y="127000"/>
            <a:ext cx="2411412" cy="747713"/>
          </a:xfrm>
          <a:prstGeom prst="wedgeRoundRectCallout">
            <a:avLst>
              <a:gd name="adj1" fmla="val -80189"/>
              <a:gd name="adj2" fmla="val 7764"/>
              <a:gd name="adj3" fmla="val 16667"/>
            </a:avLst>
          </a:prstGeom>
        </p:spPr>
        <p:style>
          <a:lnRef idx="1">
            <a:schemeClr val="accent2"/>
          </a:lnRef>
          <a:fillRef idx="2">
            <a:schemeClr val="accent2"/>
          </a:fillRef>
          <a:effectRef idx="1">
            <a:schemeClr val="accent2"/>
          </a:effectRef>
          <a:fontRef idx="minor">
            <a:schemeClr val="dk1"/>
          </a:fontRef>
        </p:style>
        <p:txBody>
          <a:bodyPr lIns="92075" tIns="46038" rIns="92075" bIns="46038"/>
          <a:lstStyle/>
          <a:p>
            <a:pPr algn="ctr" eaLnBrk="1" hangingPunct="1">
              <a:spcBef>
                <a:spcPct val="50000"/>
              </a:spcBef>
              <a:buClr>
                <a:schemeClr val="accent2"/>
              </a:buClr>
              <a:buSzPct val="80000"/>
              <a:buFont typeface="Wingdings" panose="05000000000000000000" pitchFamily="2" charset="2"/>
              <a:buNone/>
              <a:defRPr/>
            </a:pPr>
            <a:r>
              <a:rPr kumimoji="1" lang="zh-CN" altLang="en-US" b="0" dirty="0">
                <a:latin typeface="宋体" panose="02010600030101010101" pitchFamily="2" charset="-122"/>
                <a:ea typeface="宋体" panose="02010600030101010101" pitchFamily="2" charset="-122"/>
              </a:rPr>
              <a:t>几何意义？</a:t>
            </a:r>
          </a:p>
        </p:txBody>
      </p:sp>
      <p:sp>
        <p:nvSpPr>
          <p:cNvPr id="20486"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F211270-F19D-4714-8264-038FFDE91E77}" type="datetime10">
              <a:rPr lang="zh-CN" altLang="en-US" sz="1400" smtClean="0">
                <a:latin typeface="Arial" panose="020B0604020202020204" pitchFamily="34" charset="0"/>
              </a:rPr>
              <a:t>09:34</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6"/>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35A574E-3DF1-4FAE-AFB9-6A59C2A6725E}" type="slidenum">
              <a:rPr lang="zh-CN" altLang="en-US" sz="1400" smtClean="0">
                <a:latin typeface="Arial" panose="020B0604020202020204" pitchFamily="34" charset="0"/>
              </a:rPr>
              <a:t>19</a:t>
            </a:fld>
            <a:endParaRPr lang="en-US" altLang="zh-CN" sz="1400">
              <a:latin typeface="Arial" panose="020B0604020202020204" pitchFamily="34" charset="0"/>
            </a:endParaRPr>
          </a:p>
        </p:txBody>
      </p:sp>
      <p:sp>
        <p:nvSpPr>
          <p:cNvPr id="21507" name="Rectangle 2"/>
          <p:cNvSpPr>
            <a:spLocks noGrp="1" noChangeArrowheads="1"/>
          </p:cNvSpPr>
          <p:nvPr>
            <p:ph type="title"/>
          </p:nvPr>
        </p:nvSpPr>
        <p:spPr/>
        <p:txBody>
          <a:bodyPr/>
          <a:lstStyle/>
          <a:p>
            <a:pPr eaLnBrk="1" hangingPunct="1"/>
            <a:r>
              <a:rPr lang="zh-CN" altLang="zh-CN">
                <a:solidFill>
                  <a:schemeClr val="bg1"/>
                </a:solidFill>
                <a:ea typeface="宋体" panose="02010600030101010101" pitchFamily="2" charset="-122"/>
              </a:rPr>
              <a:t>齐次坐标</a:t>
            </a:r>
            <a:endParaRPr lang="zh-CN" altLang="en-US">
              <a:solidFill>
                <a:schemeClr val="bg1"/>
              </a:solidFill>
              <a:ea typeface="宋体" panose="02010600030101010101" pitchFamily="2" charset="-122"/>
            </a:endParaRPr>
          </a:p>
        </p:txBody>
      </p:sp>
      <p:sp>
        <p:nvSpPr>
          <p:cNvPr id="21508" name="Rectangle 3"/>
          <p:cNvSpPr>
            <a:spLocks noGrp="1" noChangeArrowheads="1"/>
          </p:cNvSpPr>
          <p:nvPr>
            <p:ph type="body" sz="half" idx="1"/>
          </p:nvPr>
        </p:nvSpPr>
        <p:spPr>
          <a:xfrm>
            <a:off x="247650" y="1066800"/>
            <a:ext cx="6881813" cy="685800"/>
          </a:xfrm>
        </p:spPr>
        <p:txBody>
          <a:bodyPr/>
          <a:lstStyle/>
          <a:p>
            <a:pPr marL="631825" lvl="2" indent="0" eaLnBrk="1" hangingPunct="1">
              <a:buFontTx/>
              <a:buNone/>
            </a:pPr>
            <a:r>
              <a:rPr lang="en-US" altLang="zh-CN" sz="3600">
                <a:latin typeface="华文宋体" panose="02010600040101010101" pitchFamily="2" charset="-122"/>
                <a:ea typeface="华文宋体" panose="02010600040101010101" pitchFamily="2" charset="-122"/>
              </a:rPr>
              <a:t>(x,y)</a:t>
            </a:r>
            <a:r>
              <a:rPr lang="zh-CN" altLang="en-US" sz="3600">
                <a:latin typeface="华文宋体" panose="02010600040101010101" pitchFamily="2" charset="-122"/>
                <a:ea typeface="华文宋体" panose="02010600040101010101" pitchFamily="2" charset="-122"/>
              </a:rPr>
              <a:t>点对应的齐次坐标为</a:t>
            </a:r>
          </a:p>
        </p:txBody>
      </p:sp>
      <p:graphicFrame>
        <p:nvGraphicFramePr>
          <p:cNvPr id="14339" name="Object 2"/>
          <p:cNvGraphicFramePr>
            <a:graphicFrameLocks noChangeAspect="1"/>
          </p:cNvGraphicFramePr>
          <p:nvPr/>
        </p:nvGraphicFramePr>
        <p:xfrm>
          <a:off x="1836738" y="1746250"/>
          <a:ext cx="6845300" cy="801688"/>
        </p:xfrm>
        <a:graphic>
          <a:graphicData uri="http://schemas.openxmlformats.org/presentationml/2006/ole">
            <mc:AlternateContent xmlns:mc="http://schemas.openxmlformats.org/markup-compatibility/2006">
              <mc:Choice xmlns:v="urn:schemas-microsoft-com:vml" Requires="v">
                <p:oleObj spid="_x0000_s21663" name="Equation" r:id="rId4" imgW="1282700" imgH="165100" progId="Equation.DSMT4">
                  <p:embed/>
                </p:oleObj>
              </mc:Choice>
              <mc:Fallback>
                <p:oleObj name="Equation" r:id="rId4" imgW="1282700" imgH="16510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6738" y="1746250"/>
                        <a:ext cx="6845300" cy="8016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10" name="Rectangle 7"/>
          <p:cNvSpPr>
            <a:spLocks noChangeArrowheads="1"/>
          </p:cNvSpPr>
          <p:nvPr/>
        </p:nvSpPr>
        <p:spPr bwMode="auto">
          <a:xfrm>
            <a:off x="760413" y="0"/>
            <a:ext cx="8420100"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zh-CN" altLang="en-US" sz="4400" b="0">
                <a:solidFill>
                  <a:schemeClr val="accent2"/>
                </a:solidFill>
                <a:latin typeface="宋体" panose="02010600030101010101" pitchFamily="2" charset="-122"/>
                <a:ea typeface="宋体" panose="02010600030101010101" pitchFamily="2" charset="-122"/>
              </a:rPr>
              <a:t>齐次坐标</a:t>
            </a:r>
          </a:p>
        </p:txBody>
      </p:sp>
      <p:graphicFrame>
        <p:nvGraphicFramePr>
          <p:cNvPr id="21511" name="Object 5"/>
          <p:cNvGraphicFramePr>
            <a:graphicFrameLocks noGrp="1" noChangeAspect="1"/>
          </p:cNvGraphicFramePr>
          <p:nvPr>
            <p:ph sz="half" idx="2"/>
          </p:nvPr>
        </p:nvGraphicFramePr>
        <p:xfrm>
          <a:off x="5414963" y="3360738"/>
          <a:ext cx="4491037" cy="3446462"/>
        </p:xfrm>
        <a:graphic>
          <a:graphicData uri="http://schemas.openxmlformats.org/presentationml/2006/ole">
            <mc:AlternateContent xmlns:mc="http://schemas.openxmlformats.org/markup-compatibility/2006">
              <mc:Choice xmlns:v="urn:schemas-microsoft-com:vml" Requires="v">
                <p:oleObj spid="_x0000_s21664" name="Visio" r:id="rId6" imgW="2183130" imgH="1680210" progId="Visio.Drawing.11">
                  <p:embed/>
                </p:oleObj>
              </mc:Choice>
              <mc:Fallback>
                <p:oleObj name="Visio" r:id="rId6" imgW="2183130" imgH="1680210" progId="Visio.Drawing.11">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14963" y="3360738"/>
                        <a:ext cx="4491037" cy="3446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Object 2"/>
          <p:cNvGraphicFramePr>
            <a:graphicFrameLocks noChangeAspect="1"/>
          </p:cNvGraphicFramePr>
          <p:nvPr/>
        </p:nvGraphicFramePr>
        <p:xfrm>
          <a:off x="1836738" y="2628900"/>
          <a:ext cx="5014912" cy="801688"/>
        </p:xfrm>
        <a:graphic>
          <a:graphicData uri="http://schemas.openxmlformats.org/presentationml/2006/ole">
            <mc:AlternateContent xmlns:mc="http://schemas.openxmlformats.org/markup-compatibility/2006">
              <mc:Choice xmlns:v="urn:schemas-microsoft-com:vml" Requires="v">
                <p:oleObj spid="_x0000_s21665" name="Equation" r:id="rId8" imgW="939165" imgH="165100" progId="Equation.DSMT4">
                  <p:embed/>
                </p:oleObj>
              </mc:Choice>
              <mc:Fallback>
                <p:oleObj name="Equation" r:id="rId8" imgW="939165" imgH="165100" progId="Equation.DSMT4">
                  <p:embed/>
                  <p:pic>
                    <p:nvPicPr>
                      <p:cNvPr id="0" name="Object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36738" y="2628900"/>
                        <a:ext cx="5014912" cy="8016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13"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8D04CF1-1947-450C-B0B5-AF486E41C3F9}" type="datetime10">
              <a:rPr lang="zh-CN" altLang="en-US" sz="1400" smtClean="0">
                <a:latin typeface="Arial" panose="020B0604020202020204" pitchFamily="34" charset="0"/>
              </a:rPr>
              <a:t>09:34</a:t>
            </a:fld>
            <a:endParaRPr lang="en-US" altLang="zh-CN" sz="1400">
              <a:latin typeface="Arial" panose="020B0604020202020204" pitchFamily="34" charset="0"/>
            </a:endParaRPr>
          </a:p>
        </p:txBody>
      </p:sp>
      <p:sp>
        <p:nvSpPr>
          <p:cNvPr id="2" name="文本框 1"/>
          <p:cNvSpPr txBox="1"/>
          <p:nvPr/>
        </p:nvSpPr>
        <p:spPr>
          <a:xfrm>
            <a:off x="876300" y="3966210"/>
            <a:ext cx="5808345" cy="1076325"/>
          </a:xfrm>
          <a:prstGeom prst="rect">
            <a:avLst/>
          </a:prstGeom>
          <a:noFill/>
        </p:spPr>
        <p:txBody>
          <a:bodyPr wrap="square" rtlCol="0" anchor="t">
            <a:spAutoFit/>
          </a:bodyPr>
          <a:lstStyle/>
          <a:p>
            <a:r>
              <a:rPr lang="zh-CN" altLang="en-US" dirty="0">
                <a:latin typeface="华文宋体" panose="02010600040101010101" pitchFamily="2" charset="-122"/>
                <a:ea typeface="华文宋体" panose="02010600040101010101" pitchFamily="2" charset="-122"/>
                <a:sym typeface="+mn-ea"/>
              </a:rPr>
              <a:t>（</a:t>
            </a:r>
            <a:r>
              <a:rPr lang="en-US" altLang="zh-CN" dirty="0" err="1">
                <a:latin typeface="华文宋体" panose="02010600040101010101" pitchFamily="2" charset="-122"/>
                <a:ea typeface="华文宋体" panose="02010600040101010101" pitchFamily="2" charset="-122"/>
                <a:sym typeface="+mn-ea"/>
              </a:rPr>
              <a:t>x,y</a:t>
            </a:r>
            <a:r>
              <a:rPr lang="zh-CN" altLang="en-US" dirty="0">
                <a:latin typeface="华文宋体" panose="02010600040101010101" pitchFamily="2" charset="-122"/>
                <a:ea typeface="华文宋体" panose="02010600040101010101" pitchFamily="2" charset="-122"/>
                <a:sym typeface="+mn-ea"/>
              </a:rPr>
              <a:t>）对应的齐次坐标构成了三维空间的一条直线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4339"/>
                                        </p:tgtEl>
                                        <p:attrNameLst>
                                          <p:attrName>style.visibility</p:attrName>
                                        </p:attrNameLst>
                                      </p:cBhvr>
                                      <p:to>
                                        <p:strVal val="visible"/>
                                      </p:to>
                                    </p:set>
                                    <p:animEffect transition="in" filter="checkerboard(across)">
                                      <p:cBhvr>
                                        <p:cTn id="7" dur="500"/>
                                        <p:tgtEl>
                                          <p:spTgt spid="14339"/>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checkerboard(across)">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noChangeArrowheads="1"/>
          </p:cNvSpPr>
          <p:nvPr>
            <p:ph type="title"/>
          </p:nvPr>
        </p:nvSpPr>
        <p:spPr/>
        <p:txBody>
          <a:bodyPr/>
          <a:lstStyle/>
          <a:p>
            <a:r>
              <a:rPr lang="zh-CN" altLang="en-US" dirty="0">
                <a:ea typeface="宋体" panose="02010600030101010101" pitchFamily="2" charset="-122"/>
              </a:rPr>
              <a:t>放缩变换</a:t>
            </a:r>
          </a:p>
        </p:txBody>
      </p:sp>
      <p:sp>
        <p:nvSpPr>
          <p:cNvPr id="23555" name="内容占位符 2"/>
          <p:cNvSpPr>
            <a:spLocks noGrp="1" noChangeArrowheads="1"/>
          </p:cNvSpPr>
          <p:nvPr>
            <p:ph idx="1"/>
          </p:nvPr>
        </p:nvSpPr>
        <p:spPr/>
        <p:txBody>
          <a:bodyPr/>
          <a:lstStyle/>
          <a:p>
            <a:r>
              <a:rPr lang="zh-CN" altLang="en-US">
                <a:ea typeface="宋体" panose="02010600030101010101" pitchFamily="2" charset="-122"/>
              </a:rPr>
              <a:t>沿每个坐标轴伸展或收缩</a:t>
            </a:r>
            <a:r>
              <a:rPr lang="en-US" altLang="zh-CN">
                <a:ea typeface="宋体" panose="02010600030101010101" pitchFamily="2" charset="-122"/>
              </a:rPr>
              <a:t>(</a:t>
            </a:r>
            <a:r>
              <a:rPr lang="zh-CN" altLang="en-US">
                <a:ea typeface="宋体" panose="02010600030101010101" pitchFamily="2" charset="-122"/>
              </a:rPr>
              <a:t>原点为不动点）</a:t>
            </a:r>
          </a:p>
        </p:txBody>
      </p:sp>
      <p:sp>
        <p:nvSpPr>
          <p:cNvPr id="23556" name="日期占位符 3"/>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22D405F-D332-431A-819B-40DD53386D87}" type="datetime10">
              <a:rPr lang="zh-CN" altLang="en-US" sz="1400" smtClean="0">
                <a:latin typeface="Arial" panose="020B0604020202020204" pitchFamily="34" charset="0"/>
              </a:rPr>
              <a:t>09:34</a:t>
            </a:fld>
            <a:endParaRPr lang="en-US" altLang="zh-CN" sz="1400">
              <a:latin typeface="Arial" panose="020B0604020202020204" pitchFamily="34" charset="0"/>
            </a:endParaRPr>
          </a:p>
        </p:txBody>
      </p:sp>
      <p:sp>
        <p:nvSpPr>
          <p:cNvPr id="23557"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3E84BD9-75FE-4C4E-98D8-71029537DC97}" type="slidenum">
              <a:rPr lang="zh-CN" altLang="en-US" sz="1400" smtClean="0">
                <a:latin typeface="Arial" panose="020B0604020202020204" pitchFamily="34" charset="0"/>
              </a:rPr>
              <a:t>20</a:t>
            </a:fld>
            <a:endParaRPr lang="en-US" altLang="zh-CN" sz="1400">
              <a:latin typeface="Arial" panose="020B0604020202020204" pitchFamily="34" charset="0"/>
            </a:endParaRPr>
          </a:p>
        </p:txBody>
      </p:sp>
      <p:pic>
        <p:nvPicPr>
          <p:cNvPr id="23558" name="Picture 5" descr="\\Angel\BOOK\OpenGL\Paul Final\Art\jpeg\AN04F4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6638" y="2324100"/>
            <a:ext cx="3203575" cy="348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6DA2FF8-CA11-4F83-AEF4-21A5E4802AAF}" type="slidenum">
              <a:rPr lang="zh-CN" altLang="en-US" sz="1400" smtClean="0">
                <a:latin typeface="Arial" panose="020B0604020202020204" pitchFamily="34" charset="0"/>
              </a:rPr>
              <a:t>21</a:t>
            </a:fld>
            <a:endParaRPr lang="en-US" altLang="zh-CN" sz="1400">
              <a:latin typeface="Arial" panose="020B0604020202020204" pitchFamily="34" charset="0"/>
            </a:endParaRPr>
          </a:p>
        </p:txBody>
      </p:sp>
      <p:sp>
        <p:nvSpPr>
          <p:cNvPr id="607234" name="Rectangle 2"/>
          <p:cNvSpPr>
            <a:spLocks noGrp="1" noChangeArrowheads="1"/>
          </p:cNvSpPr>
          <p:nvPr>
            <p:ph type="title"/>
          </p:nvPr>
        </p:nvSpPr>
        <p:spPr>
          <a:xfrm>
            <a:off x="319088" y="1057275"/>
            <a:ext cx="9358312" cy="1255713"/>
          </a:xfrm>
        </p:spPr>
        <p:txBody>
          <a:bodyPr/>
          <a:lstStyle/>
          <a:p>
            <a:pPr algn="just" eaLnBrk="1" hangingPunct="1">
              <a:defRPr/>
            </a:pPr>
            <a:r>
              <a:rPr lang="zh-CN" altLang="en-US" sz="3200" dirty="0">
                <a:solidFill>
                  <a:srgbClr val="000000"/>
                </a:solidFill>
                <a:latin typeface="Times New Roman" panose="02020603050405020304"/>
                <a:ea typeface="宋体" panose="02010600030101010101" pitchFamily="2" charset="-122"/>
                <a:cs typeface="+mn-cs"/>
              </a:rPr>
              <a:t>对</a:t>
            </a:r>
            <a:r>
              <a:rPr lang="en-US" altLang="zh-CN" sz="3200" dirty="0">
                <a:solidFill>
                  <a:srgbClr val="000000"/>
                </a:solidFill>
                <a:latin typeface="Times New Roman" panose="02020603050405020304"/>
                <a:ea typeface="宋体" panose="02010600030101010101" pitchFamily="2" charset="-122"/>
                <a:cs typeface="+mn-cs"/>
              </a:rPr>
              <a:t>p</a:t>
            </a:r>
            <a:r>
              <a:rPr lang="zh-CN" altLang="en-US" sz="3200" dirty="0">
                <a:solidFill>
                  <a:srgbClr val="000000"/>
                </a:solidFill>
                <a:latin typeface="Times New Roman" panose="02020603050405020304"/>
                <a:ea typeface="宋体" panose="02010600030101010101" pitchFamily="2" charset="-122"/>
                <a:cs typeface="+mn-cs"/>
              </a:rPr>
              <a:t>点相对于</a:t>
            </a:r>
            <a:r>
              <a:rPr lang="zh-CN" altLang="en-US" sz="3200" dirty="0">
                <a:latin typeface="Times New Roman" panose="02020603050405020304"/>
                <a:ea typeface="宋体" panose="02010600030101010101" pitchFamily="2" charset="-122"/>
                <a:cs typeface="+mn-cs"/>
              </a:rPr>
              <a:t>坐标原点</a:t>
            </a:r>
            <a:r>
              <a:rPr lang="zh-CN" altLang="en-US" sz="3200" dirty="0">
                <a:solidFill>
                  <a:srgbClr val="000000"/>
                </a:solidFill>
                <a:latin typeface="Times New Roman" panose="02020603050405020304"/>
                <a:ea typeface="宋体" panose="02010600030101010101" pitchFamily="2" charset="-122"/>
                <a:cs typeface="+mn-cs"/>
              </a:rPr>
              <a:t>沿</a:t>
            </a:r>
            <a:r>
              <a:rPr lang="en-US" altLang="zh-CN" sz="3200" dirty="0">
                <a:solidFill>
                  <a:srgbClr val="000000"/>
                </a:solidFill>
                <a:latin typeface="Times New Roman" panose="02020603050405020304"/>
                <a:ea typeface="宋体" panose="02010600030101010101" pitchFamily="2" charset="-122"/>
                <a:cs typeface="+mn-cs"/>
              </a:rPr>
              <a:t>x</a:t>
            </a:r>
            <a:r>
              <a:rPr lang="zh-CN" altLang="en-US" sz="3200" dirty="0">
                <a:solidFill>
                  <a:srgbClr val="000000"/>
                </a:solidFill>
                <a:latin typeface="Times New Roman" panose="02020603050405020304"/>
                <a:ea typeface="宋体" panose="02010600030101010101" pitchFamily="2" charset="-122"/>
                <a:cs typeface="+mn-cs"/>
              </a:rPr>
              <a:t>方向放缩</a:t>
            </a:r>
            <a:r>
              <a:rPr lang="en-US" altLang="zh-CN" sz="3200" dirty="0" err="1">
                <a:solidFill>
                  <a:srgbClr val="000000"/>
                </a:solidFill>
                <a:latin typeface="Times New Roman" panose="02020603050405020304"/>
                <a:ea typeface="宋体" panose="02010600030101010101" pitchFamily="2" charset="-122"/>
                <a:cs typeface="+mn-cs"/>
              </a:rPr>
              <a:t>S</a:t>
            </a:r>
            <a:r>
              <a:rPr lang="en-US" altLang="zh-CN" sz="3200" baseline="-30000" dirty="0" err="1">
                <a:solidFill>
                  <a:srgbClr val="000000"/>
                </a:solidFill>
                <a:latin typeface="Times New Roman" panose="02020603050405020304"/>
                <a:ea typeface="宋体" panose="02010600030101010101" pitchFamily="2" charset="-122"/>
                <a:cs typeface="+mn-cs"/>
              </a:rPr>
              <a:t>x</a:t>
            </a:r>
            <a:r>
              <a:rPr lang="zh-CN" altLang="en-US" sz="3200" dirty="0">
                <a:solidFill>
                  <a:srgbClr val="000000"/>
                </a:solidFill>
                <a:latin typeface="Times New Roman" panose="02020603050405020304"/>
                <a:ea typeface="宋体" panose="02010600030101010101" pitchFamily="2" charset="-122"/>
                <a:cs typeface="+mn-cs"/>
              </a:rPr>
              <a:t>倍，沿</a:t>
            </a:r>
            <a:r>
              <a:rPr lang="en-US" altLang="zh-CN" sz="3200" dirty="0">
                <a:solidFill>
                  <a:srgbClr val="000000"/>
                </a:solidFill>
                <a:latin typeface="Times New Roman" panose="02020603050405020304"/>
                <a:ea typeface="宋体" panose="02010600030101010101" pitchFamily="2" charset="-122"/>
                <a:cs typeface="+mn-cs"/>
              </a:rPr>
              <a:t>y</a:t>
            </a:r>
            <a:r>
              <a:rPr lang="zh-CN" altLang="en-US" sz="3200" dirty="0">
                <a:solidFill>
                  <a:srgbClr val="000000"/>
                </a:solidFill>
                <a:latin typeface="Times New Roman" panose="02020603050405020304"/>
                <a:ea typeface="宋体" panose="02010600030101010101" pitchFamily="2" charset="-122"/>
                <a:cs typeface="+mn-cs"/>
              </a:rPr>
              <a:t>方向放缩</a:t>
            </a:r>
            <a:r>
              <a:rPr lang="en-US" altLang="zh-CN" sz="3200" dirty="0" err="1">
                <a:solidFill>
                  <a:srgbClr val="000000"/>
                </a:solidFill>
                <a:latin typeface="Times New Roman" panose="02020603050405020304"/>
                <a:ea typeface="宋体" panose="02010600030101010101" pitchFamily="2" charset="-122"/>
                <a:cs typeface="+mn-cs"/>
              </a:rPr>
              <a:t>S</a:t>
            </a:r>
            <a:r>
              <a:rPr lang="en-US" altLang="zh-CN" sz="3200" baseline="-30000" dirty="0" err="1">
                <a:solidFill>
                  <a:srgbClr val="000000"/>
                </a:solidFill>
                <a:latin typeface="Times New Roman" panose="02020603050405020304"/>
                <a:ea typeface="宋体" panose="02010600030101010101" pitchFamily="2" charset="-122"/>
                <a:cs typeface="+mn-cs"/>
              </a:rPr>
              <a:t>y</a:t>
            </a:r>
            <a:r>
              <a:rPr lang="zh-CN" altLang="en-US" sz="3200" dirty="0">
                <a:solidFill>
                  <a:srgbClr val="000000"/>
                </a:solidFill>
                <a:latin typeface="Times New Roman" panose="02020603050405020304"/>
                <a:ea typeface="宋体" panose="02010600030101010101" pitchFamily="2" charset="-122"/>
                <a:cs typeface="+mn-cs"/>
              </a:rPr>
              <a:t>倍。其中</a:t>
            </a:r>
            <a:r>
              <a:rPr lang="en-US" altLang="zh-CN" sz="3200" dirty="0" err="1">
                <a:solidFill>
                  <a:srgbClr val="000000"/>
                </a:solidFill>
                <a:latin typeface="Times New Roman" panose="02020603050405020304"/>
                <a:ea typeface="宋体" panose="02010600030101010101" pitchFamily="2" charset="-122"/>
                <a:cs typeface="+mn-cs"/>
              </a:rPr>
              <a:t>S</a:t>
            </a:r>
            <a:r>
              <a:rPr lang="en-US" altLang="zh-CN" sz="3200" baseline="-30000" dirty="0" err="1">
                <a:solidFill>
                  <a:srgbClr val="000000"/>
                </a:solidFill>
                <a:latin typeface="Times New Roman" panose="02020603050405020304"/>
                <a:ea typeface="宋体" panose="02010600030101010101" pitchFamily="2" charset="-122"/>
                <a:cs typeface="+mn-cs"/>
              </a:rPr>
              <a:t>x</a:t>
            </a:r>
            <a:r>
              <a:rPr lang="zh-CN" altLang="en-US" sz="3200" dirty="0">
                <a:solidFill>
                  <a:srgbClr val="000000"/>
                </a:solidFill>
                <a:latin typeface="Times New Roman" panose="02020603050405020304"/>
                <a:ea typeface="宋体" panose="02010600030101010101" pitchFamily="2" charset="-122"/>
                <a:cs typeface="+mn-cs"/>
              </a:rPr>
              <a:t>和</a:t>
            </a:r>
            <a:r>
              <a:rPr lang="en-US" altLang="zh-CN" sz="3200" dirty="0" err="1">
                <a:solidFill>
                  <a:srgbClr val="000000"/>
                </a:solidFill>
                <a:latin typeface="Times New Roman" panose="02020603050405020304"/>
                <a:ea typeface="宋体" panose="02010600030101010101" pitchFamily="2" charset="-122"/>
                <a:cs typeface="+mn-cs"/>
              </a:rPr>
              <a:t>S</a:t>
            </a:r>
            <a:r>
              <a:rPr lang="en-US" altLang="zh-CN" sz="3200" baseline="-30000" dirty="0" err="1">
                <a:solidFill>
                  <a:srgbClr val="000000"/>
                </a:solidFill>
                <a:latin typeface="Times New Roman" panose="02020603050405020304"/>
                <a:ea typeface="宋体" panose="02010600030101010101" pitchFamily="2" charset="-122"/>
                <a:cs typeface="+mn-cs"/>
              </a:rPr>
              <a:t>y</a:t>
            </a:r>
            <a:r>
              <a:rPr lang="zh-CN" altLang="en-US" sz="3200" dirty="0">
                <a:solidFill>
                  <a:srgbClr val="000000"/>
                </a:solidFill>
                <a:latin typeface="Times New Roman" panose="02020603050405020304"/>
                <a:ea typeface="宋体" panose="02010600030101010101" pitchFamily="2" charset="-122"/>
                <a:cs typeface="+mn-cs"/>
              </a:rPr>
              <a:t>称为</a:t>
            </a:r>
            <a:r>
              <a:rPr lang="zh-CN" altLang="en-US" sz="3200" b="1" dirty="0">
                <a:solidFill>
                  <a:srgbClr val="000000"/>
                </a:solidFill>
                <a:latin typeface="Times New Roman" panose="02020603050405020304"/>
                <a:ea typeface="宋体" panose="02010600030101010101" pitchFamily="2" charset="-122"/>
                <a:cs typeface="+mn-cs"/>
              </a:rPr>
              <a:t>比例系数</a:t>
            </a:r>
            <a:r>
              <a:rPr lang="zh-CN" altLang="en-US" sz="3200" dirty="0">
                <a:solidFill>
                  <a:srgbClr val="000000"/>
                </a:solidFill>
                <a:latin typeface="Times New Roman" panose="02020603050405020304"/>
                <a:ea typeface="宋体" panose="02010600030101010101" pitchFamily="2" charset="-122"/>
                <a:cs typeface="+mn-cs"/>
              </a:rPr>
              <a:t>。</a:t>
            </a:r>
            <a:endParaRPr lang="zh-CN" altLang="en-US" sz="3200" dirty="0">
              <a:ea typeface="黑体" panose="02010609060101010101" pitchFamily="49" charset="-122"/>
            </a:endParaRPr>
          </a:p>
        </p:txBody>
      </p:sp>
      <p:graphicFrame>
        <p:nvGraphicFramePr>
          <p:cNvPr id="24580" name="Object 2"/>
          <p:cNvGraphicFramePr>
            <a:graphicFrameLocks noChangeAspect="1"/>
          </p:cNvGraphicFramePr>
          <p:nvPr/>
        </p:nvGraphicFramePr>
        <p:xfrm>
          <a:off x="4768850" y="2362200"/>
          <a:ext cx="5137150" cy="4495800"/>
        </p:xfrm>
        <a:graphic>
          <a:graphicData uri="http://schemas.openxmlformats.org/presentationml/2006/ole">
            <mc:AlternateContent xmlns:mc="http://schemas.openxmlformats.org/markup-compatibility/2006">
              <mc:Choice xmlns:v="urn:schemas-microsoft-com:vml" Requires="v">
                <p:oleObj spid="_x0000_s24734" name="Visio" r:id="rId3" imgW="2331085" imgH="2117090" progId="Visio.Drawing.11">
                  <p:embed/>
                </p:oleObj>
              </mc:Choice>
              <mc:Fallback>
                <p:oleObj name="Visio" r:id="rId3" imgW="2331085" imgH="2117090" progId="Visio.Drawing.11">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8850" y="2362200"/>
                        <a:ext cx="513715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81" name="Rectangle 5"/>
          <p:cNvSpPr>
            <a:spLocks noChangeArrowheads="1"/>
          </p:cNvSpPr>
          <p:nvPr/>
        </p:nvSpPr>
        <p:spPr bwMode="auto">
          <a:xfrm>
            <a:off x="165100" y="76200"/>
            <a:ext cx="94932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zh-CN" altLang="en-US" sz="4400" b="0">
                <a:solidFill>
                  <a:schemeClr val="accent2"/>
                </a:solidFill>
                <a:latin typeface="Arial" panose="020B0604020202020204" pitchFamily="34" charset="0"/>
                <a:ea typeface="宋体" panose="02010600030101010101" pitchFamily="2" charset="-122"/>
              </a:rPr>
              <a:t>放缩变换</a:t>
            </a:r>
          </a:p>
        </p:txBody>
      </p:sp>
      <p:graphicFrame>
        <p:nvGraphicFramePr>
          <p:cNvPr id="17410" name="Object 6"/>
          <p:cNvGraphicFramePr>
            <a:graphicFrameLocks noChangeAspect="1"/>
          </p:cNvGraphicFramePr>
          <p:nvPr/>
        </p:nvGraphicFramePr>
        <p:xfrm>
          <a:off x="747713" y="4395788"/>
          <a:ext cx="3006725" cy="1841500"/>
        </p:xfrm>
        <a:graphic>
          <a:graphicData uri="http://schemas.openxmlformats.org/presentationml/2006/ole">
            <mc:AlternateContent xmlns:mc="http://schemas.openxmlformats.org/markup-compatibility/2006">
              <mc:Choice xmlns:v="urn:schemas-microsoft-com:vml" Requires="v">
                <p:oleObj spid="_x0000_s24735" name="Equation" r:id="rId5" imgW="824865" imgH="546100" progId="Equation.DSMT4">
                  <p:embed/>
                </p:oleObj>
              </mc:Choice>
              <mc:Fallback>
                <p:oleObj name="Equation" r:id="rId5" imgW="824865" imgH="5461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7713" y="4395788"/>
                        <a:ext cx="3006725" cy="184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11" name="Object 3"/>
          <p:cNvGraphicFramePr>
            <a:graphicFrameLocks noChangeAspect="1"/>
          </p:cNvGraphicFramePr>
          <p:nvPr/>
        </p:nvGraphicFramePr>
        <p:xfrm>
          <a:off x="684213" y="2325688"/>
          <a:ext cx="2282825" cy="1755775"/>
        </p:xfrm>
        <a:graphic>
          <a:graphicData uri="http://schemas.openxmlformats.org/presentationml/2006/ole">
            <mc:AlternateContent xmlns:mc="http://schemas.openxmlformats.org/markup-compatibility/2006">
              <mc:Choice xmlns:v="urn:schemas-microsoft-com:vml" Requires="v">
                <p:oleObj spid="_x0000_s24736" name="Equation" r:id="rId7" imgW="495300" imgH="381000" progId="Equation.DSMT4">
                  <p:embed/>
                </p:oleObj>
              </mc:Choice>
              <mc:Fallback>
                <p:oleObj name="Equation" r:id="rId7" imgW="495300" imgH="381000" progId="Equation.DSMT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4213" y="2325688"/>
                        <a:ext cx="2282825" cy="175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84"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5B454BA-E73C-46AE-92B8-63104E439C96}" type="datetime10">
              <a:rPr lang="zh-CN" altLang="en-US" sz="1400" smtClean="0">
                <a:latin typeface="Arial" panose="020B0604020202020204" pitchFamily="34" charset="0"/>
              </a:rPr>
              <a:t>09:34</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411"/>
                                        </p:tgtEl>
                                        <p:attrNameLst>
                                          <p:attrName>style.visibility</p:attrName>
                                        </p:attrNameLst>
                                      </p:cBhvr>
                                      <p:to>
                                        <p:strVal val="visible"/>
                                      </p:to>
                                    </p:set>
                                    <p:animEffect transition="in" filter="blinds(horizontal)">
                                      <p:cBhvr>
                                        <p:cTn id="7" dur="500"/>
                                        <p:tgtEl>
                                          <p:spTgt spid="17411"/>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7410"/>
                                        </p:tgtEl>
                                        <p:attrNameLst>
                                          <p:attrName>style.visibility</p:attrName>
                                        </p:attrNameLst>
                                      </p:cBhvr>
                                      <p:to>
                                        <p:strVal val="visible"/>
                                      </p:to>
                                    </p:set>
                                    <p:animEffect transition="in" filter="checkerboard(across)">
                                      <p:cBhvr>
                                        <p:cTn id="12" dur="500"/>
                                        <p:tgtEl>
                                          <p:spTgt spid="174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43C58A4-35C5-4251-8B9A-9FC0810C7830}" type="slidenum">
              <a:rPr lang="zh-CN" altLang="en-US" sz="1400" smtClean="0">
                <a:latin typeface="Arial" panose="020B0604020202020204" pitchFamily="34" charset="0"/>
              </a:rPr>
              <a:t>22</a:t>
            </a:fld>
            <a:endParaRPr lang="en-US" altLang="zh-CN" sz="1400">
              <a:latin typeface="Arial" panose="020B0604020202020204" pitchFamily="34" charset="0"/>
            </a:endParaRPr>
          </a:p>
        </p:txBody>
      </p:sp>
      <p:sp>
        <p:nvSpPr>
          <p:cNvPr id="25603" name="Rectangle 3"/>
          <p:cNvSpPr>
            <a:spLocks noGrp="1" noChangeArrowheads="1"/>
          </p:cNvSpPr>
          <p:nvPr>
            <p:ph type="body" idx="1"/>
          </p:nvPr>
        </p:nvSpPr>
        <p:spPr>
          <a:xfrm>
            <a:off x="219075" y="1249363"/>
            <a:ext cx="9385300" cy="1143000"/>
          </a:xfrm>
        </p:spPr>
        <p:txBody>
          <a:bodyPr/>
          <a:lstStyle/>
          <a:p>
            <a:pPr algn="just" eaLnBrk="1" hangingPunct="1">
              <a:lnSpc>
                <a:spcPct val="120000"/>
              </a:lnSpc>
              <a:buFontTx/>
              <a:buNone/>
            </a:pPr>
            <a:r>
              <a:rPr lang="zh-CN" altLang="en-US">
                <a:ea typeface="宋体" panose="02010600030101010101" pitchFamily="2" charset="-122"/>
              </a:rPr>
              <a:t>用于产生弹性物体的变形处理。在游戏中用它扭曲整个场景</a:t>
            </a:r>
            <a:r>
              <a:rPr lang="en-US" altLang="zh-CN">
                <a:ea typeface="宋体" panose="02010600030101010101" pitchFamily="2" charset="-122"/>
              </a:rPr>
              <a:t>,</a:t>
            </a:r>
            <a:r>
              <a:rPr lang="zh-CN" altLang="en-US">
                <a:ea typeface="宋体" panose="02010600030101010101" pitchFamily="2" charset="-122"/>
              </a:rPr>
              <a:t>产生虚幻效果</a:t>
            </a:r>
            <a:r>
              <a:rPr lang="en-US" altLang="zh-CN">
                <a:ea typeface="宋体" panose="02010600030101010101" pitchFamily="2" charset="-122"/>
              </a:rPr>
              <a:t>.</a:t>
            </a:r>
            <a:endParaRPr lang="zh-CN" altLang="en-US">
              <a:ea typeface="宋体" panose="02010600030101010101" pitchFamily="2" charset="-122"/>
            </a:endParaRPr>
          </a:p>
        </p:txBody>
      </p:sp>
      <p:graphicFrame>
        <p:nvGraphicFramePr>
          <p:cNvPr id="25604" name="Object 2"/>
          <p:cNvGraphicFramePr>
            <a:graphicFrameLocks noChangeAspect="1"/>
          </p:cNvGraphicFramePr>
          <p:nvPr/>
        </p:nvGraphicFramePr>
        <p:xfrm>
          <a:off x="231775" y="2582863"/>
          <a:ext cx="9385300" cy="3581400"/>
        </p:xfrm>
        <a:graphic>
          <a:graphicData uri="http://schemas.openxmlformats.org/presentationml/2006/ole">
            <mc:AlternateContent xmlns:mc="http://schemas.openxmlformats.org/markup-compatibility/2006">
              <mc:Choice xmlns:v="urn:schemas-microsoft-com:vml" Requires="v">
                <p:oleObj spid="_x0000_s25658" name="Visio" r:id="rId3" imgW="6291580" imgH="2602230" progId="Visio.Drawing.11">
                  <p:embed/>
                </p:oleObj>
              </mc:Choice>
              <mc:Fallback>
                <p:oleObj name="Visio" r:id="rId3" imgW="6291580" imgH="2602230" progId="Visio.Drawing.11">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775" y="2582863"/>
                        <a:ext cx="9385300"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605"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04A0585-18B5-4B61-BE49-0FDCDB2A3850}" type="datetime10">
              <a:rPr lang="zh-CN" altLang="en-US" sz="1400" smtClean="0">
                <a:latin typeface="Arial" panose="020B0604020202020204" pitchFamily="34" charset="0"/>
              </a:rPr>
              <a:t>09:34</a:t>
            </a:fld>
            <a:endParaRPr lang="en-US" altLang="zh-CN" sz="1400">
              <a:latin typeface="Arial" panose="020B0604020202020204" pitchFamily="34" charset="0"/>
            </a:endParaRPr>
          </a:p>
        </p:txBody>
      </p:sp>
      <p:sp>
        <p:nvSpPr>
          <p:cNvPr id="25606" name="标题 1"/>
          <p:cNvSpPr>
            <a:spLocks noGrp="1" noChangeArrowheads="1"/>
          </p:cNvSpPr>
          <p:nvPr>
            <p:ph type="title"/>
          </p:nvPr>
        </p:nvSpPr>
        <p:spPr>
          <a:xfrm>
            <a:off x="412750" y="87313"/>
            <a:ext cx="9493250" cy="914400"/>
          </a:xfrm>
        </p:spPr>
        <p:txBody>
          <a:bodyPr/>
          <a:lstStyle/>
          <a:p>
            <a:r>
              <a:rPr lang="zh-CN" altLang="en-US">
                <a:ea typeface="宋体" panose="02010600030101010101" pitchFamily="2" charset="-122"/>
              </a:rPr>
              <a:t> 错切变换</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A0ACFF9-3014-4C19-9814-876151729095}" type="slidenum">
              <a:rPr lang="zh-CN" altLang="en-US" sz="1400" smtClean="0">
                <a:latin typeface="Arial" panose="020B0604020202020204" pitchFamily="34" charset="0"/>
              </a:rPr>
              <a:t>23</a:t>
            </a:fld>
            <a:endParaRPr lang="en-US" altLang="zh-CN" sz="1400">
              <a:latin typeface="Arial" panose="020B0604020202020204" pitchFamily="34" charset="0"/>
            </a:endParaRPr>
          </a:p>
        </p:txBody>
      </p:sp>
      <p:sp>
        <p:nvSpPr>
          <p:cNvPr id="26627" name="Rectangle 3"/>
          <p:cNvSpPr>
            <a:spLocks noGrp="1" noChangeArrowheads="1"/>
          </p:cNvSpPr>
          <p:nvPr>
            <p:ph type="body" idx="1"/>
          </p:nvPr>
        </p:nvSpPr>
        <p:spPr>
          <a:xfrm>
            <a:off x="130175" y="938213"/>
            <a:ext cx="9245600" cy="1276350"/>
          </a:xfrm>
        </p:spPr>
        <p:txBody>
          <a:bodyPr/>
          <a:lstStyle/>
          <a:p>
            <a:pPr algn="just" eaLnBrk="1" hangingPunct="1">
              <a:lnSpc>
                <a:spcPct val="130000"/>
              </a:lnSpc>
              <a:buFontTx/>
              <a:buNone/>
            </a:pPr>
            <a:r>
              <a:rPr lang="zh-CN" altLang="en-US" sz="2800">
                <a:ea typeface="宋体" panose="02010600030101010101" pitchFamily="2" charset="-122"/>
              </a:rPr>
              <a:t> (1)</a:t>
            </a:r>
            <a:r>
              <a:rPr lang="zh-CN" altLang="en-US" sz="2800" b="1">
                <a:ea typeface="宋体" panose="02010600030101010101" pitchFamily="2" charset="-122"/>
              </a:rPr>
              <a:t>沿</a:t>
            </a:r>
            <a:r>
              <a:rPr lang="en-US" altLang="zh-CN" sz="2800" b="1">
                <a:ea typeface="宋体" panose="02010600030101010101" pitchFamily="2" charset="-122"/>
              </a:rPr>
              <a:t>x</a:t>
            </a:r>
            <a:r>
              <a:rPr lang="zh-CN" altLang="en-US" sz="2800" b="1">
                <a:ea typeface="宋体" panose="02010600030101010101" pitchFamily="2" charset="-122"/>
              </a:rPr>
              <a:t>方向错切</a:t>
            </a:r>
            <a:endParaRPr lang="en-US" altLang="zh-CN" sz="2800" b="1">
              <a:ea typeface="宋体" panose="02010600030101010101" pitchFamily="2" charset="-122"/>
            </a:endParaRPr>
          </a:p>
          <a:p>
            <a:pPr algn="just" eaLnBrk="1" hangingPunct="1">
              <a:lnSpc>
                <a:spcPct val="130000"/>
              </a:lnSpc>
              <a:buFontTx/>
              <a:buNone/>
            </a:pPr>
            <a:r>
              <a:rPr lang="zh-CN" altLang="en-US" sz="2800">
                <a:latin typeface="华文宋体" panose="02010600040101010101" pitchFamily="2" charset="-122"/>
                <a:ea typeface="华文宋体" panose="02010600040101010101" pitchFamily="2" charset="-122"/>
              </a:rPr>
              <a:t>每一点的</a:t>
            </a:r>
            <a:r>
              <a:rPr lang="en-US" altLang="zh-CN" sz="2800">
                <a:latin typeface="华文宋体" panose="02010600040101010101" pitchFamily="2" charset="-122"/>
                <a:ea typeface="华文宋体" panose="02010600040101010101" pitchFamily="2" charset="-122"/>
              </a:rPr>
              <a:t>y</a:t>
            </a:r>
            <a:r>
              <a:rPr lang="zh-CN" altLang="en-US" sz="2800">
                <a:latin typeface="华文宋体" panose="02010600040101010101" pitchFamily="2" charset="-122"/>
                <a:ea typeface="华文宋体" panose="02010600040101010101" pitchFamily="2" charset="-122"/>
              </a:rPr>
              <a:t>坐标不变</a:t>
            </a:r>
            <a:r>
              <a:rPr lang="en-US" altLang="zh-CN" sz="2800">
                <a:latin typeface="华文宋体" panose="02010600040101010101" pitchFamily="2" charset="-122"/>
                <a:ea typeface="华文宋体" panose="02010600040101010101" pitchFamily="2" charset="-122"/>
              </a:rPr>
              <a:t>,x</a:t>
            </a:r>
            <a:r>
              <a:rPr lang="zh-CN" altLang="en-US" sz="2800">
                <a:latin typeface="华文宋体" panose="02010600040101010101" pitchFamily="2" charset="-122"/>
                <a:ea typeface="华文宋体" panose="02010600040101010101" pitchFamily="2" charset="-122"/>
              </a:rPr>
              <a:t>坐标平移一个关于</a:t>
            </a:r>
            <a:r>
              <a:rPr lang="en-US" altLang="zh-CN" sz="2800">
                <a:latin typeface="华文宋体" panose="02010600040101010101" pitchFamily="2" charset="-122"/>
                <a:ea typeface="华文宋体" panose="02010600040101010101" pitchFamily="2" charset="-122"/>
              </a:rPr>
              <a:t>y</a:t>
            </a:r>
            <a:r>
              <a:rPr lang="zh-CN" altLang="en-US" sz="2800">
                <a:latin typeface="华文宋体" panose="02010600040101010101" pitchFamily="2" charset="-122"/>
                <a:ea typeface="华文宋体" panose="02010600040101010101" pitchFamily="2" charset="-122"/>
              </a:rPr>
              <a:t>坐标的线性量</a:t>
            </a:r>
            <a:r>
              <a:rPr lang="en-US" altLang="zh-CN" sz="2800">
                <a:latin typeface="华文宋体" panose="02010600040101010101" pitchFamily="2" charset="-122"/>
                <a:ea typeface="华文宋体" panose="02010600040101010101" pitchFamily="2" charset="-122"/>
              </a:rPr>
              <a:t>.</a:t>
            </a:r>
            <a:endParaRPr lang="zh-CN" altLang="en-US" sz="2800">
              <a:latin typeface="华文宋体" panose="02010600040101010101" pitchFamily="2" charset="-122"/>
              <a:ea typeface="华文宋体" panose="02010600040101010101" pitchFamily="2" charset="-122"/>
            </a:endParaRPr>
          </a:p>
        </p:txBody>
      </p:sp>
      <p:sp>
        <p:nvSpPr>
          <p:cNvPr id="26628" name="Rectangle 5"/>
          <p:cNvSpPr>
            <a:spLocks noChangeArrowheads="1"/>
          </p:cNvSpPr>
          <p:nvPr/>
        </p:nvSpPr>
        <p:spPr bwMode="auto">
          <a:xfrm>
            <a:off x="165100" y="76200"/>
            <a:ext cx="94932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zh-CN" altLang="en-US" sz="4400" b="0">
                <a:solidFill>
                  <a:schemeClr val="accent2"/>
                </a:solidFill>
                <a:latin typeface="Arial" panose="020B0604020202020204" pitchFamily="34" charset="0"/>
                <a:ea typeface="宋体" panose="02010600030101010101" pitchFamily="2" charset="-122"/>
              </a:rPr>
              <a:t> 错切变换</a:t>
            </a:r>
          </a:p>
        </p:txBody>
      </p:sp>
      <p:sp>
        <p:nvSpPr>
          <p:cNvPr id="26629" name="Rectangle 5"/>
          <p:cNvSpPr>
            <a:spLocks noChangeArrowheads="1"/>
          </p:cNvSpPr>
          <p:nvPr/>
        </p:nvSpPr>
        <p:spPr bwMode="auto">
          <a:xfrm>
            <a:off x="0" y="0"/>
            <a:ext cx="9906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endParaRPr lang="zh-CN" altLang="en-US">
              <a:solidFill>
                <a:schemeClr val="accent2"/>
              </a:solidFill>
              <a:latin typeface="Arial" panose="020B0604020202020204" pitchFamily="34" charset="0"/>
            </a:endParaRPr>
          </a:p>
        </p:txBody>
      </p:sp>
      <p:graphicFrame>
        <p:nvGraphicFramePr>
          <p:cNvPr id="26630" name="Object 4"/>
          <p:cNvGraphicFramePr>
            <a:graphicFrameLocks noChangeAspect="1"/>
          </p:cNvGraphicFramePr>
          <p:nvPr/>
        </p:nvGraphicFramePr>
        <p:xfrm>
          <a:off x="5422900" y="3821113"/>
          <a:ext cx="4367213" cy="2911475"/>
        </p:xfrm>
        <a:graphic>
          <a:graphicData uri="http://schemas.openxmlformats.org/presentationml/2006/ole">
            <mc:AlternateContent xmlns:mc="http://schemas.openxmlformats.org/markup-compatibility/2006">
              <mc:Choice xmlns:v="urn:schemas-microsoft-com:vml" Requires="v">
                <p:oleObj spid="_x0000_s26833" name="Visio" r:id="rId3" imgW="2331085" imgH="1557020" progId="Visio.Drawing.11">
                  <p:embed/>
                </p:oleObj>
              </mc:Choice>
              <mc:Fallback>
                <p:oleObj name="Visio" r:id="rId3" imgW="2331085" imgH="1557020"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22900" y="3821113"/>
                        <a:ext cx="4367213" cy="291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459" name="Object 6"/>
          <p:cNvGraphicFramePr>
            <a:graphicFrameLocks noChangeAspect="1"/>
          </p:cNvGraphicFramePr>
          <p:nvPr/>
        </p:nvGraphicFramePr>
        <p:xfrm>
          <a:off x="550863" y="2282825"/>
          <a:ext cx="2497137" cy="1576388"/>
        </p:xfrm>
        <a:graphic>
          <a:graphicData uri="http://schemas.openxmlformats.org/presentationml/2006/ole">
            <mc:AlternateContent xmlns:mc="http://schemas.openxmlformats.org/markup-compatibility/2006">
              <mc:Choice xmlns:v="urn:schemas-microsoft-com:vml" Requires="v">
                <p:oleObj spid="_x0000_s26834" name="Equation" r:id="rId5" imgW="584200" imgH="368300" progId="Equation.DSMT4">
                  <p:embed/>
                </p:oleObj>
              </mc:Choice>
              <mc:Fallback>
                <p:oleObj name="Equation" r:id="rId5" imgW="584200" imgH="3683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0863" y="2282825"/>
                        <a:ext cx="2497137" cy="157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5239" name="Object 7"/>
          <p:cNvGraphicFramePr>
            <a:graphicFrameLocks noChangeAspect="1"/>
          </p:cNvGraphicFramePr>
          <p:nvPr/>
        </p:nvGraphicFramePr>
        <p:xfrm>
          <a:off x="4321175" y="2163763"/>
          <a:ext cx="3802063" cy="1857375"/>
        </p:xfrm>
        <a:graphic>
          <a:graphicData uri="http://schemas.openxmlformats.org/presentationml/2006/ole">
            <mc:AlternateContent xmlns:mc="http://schemas.openxmlformats.org/markup-compatibility/2006">
              <mc:Choice xmlns:v="urn:schemas-microsoft-com:vml" Requires="v">
                <p:oleObj spid="_x0000_s26835" name="Equation" r:id="rId7" imgW="1028065" imgH="546100" progId="Equation.DSMT4">
                  <p:embed/>
                </p:oleObj>
              </mc:Choice>
              <mc:Fallback>
                <p:oleObj name="Equation" r:id="rId7" imgW="1028065" imgH="54610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21175" y="2163763"/>
                        <a:ext cx="3802063"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5240" name="Object 8"/>
          <p:cNvGraphicFramePr>
            <a:graphicFrameLocks noChangeAspect="1"/>
          </p:cNvGraphicFramePr>
          <p:nvPr/>
        </p:nvGraphicFramePr>
        <p:xfrm>
          <a:off x="665163" y="4432300"/>
          <a:ext cx="3144837" cy="1857375"/>
        </p:xfrm>
        <a:graphic>
          <a:graphicData uri="http://schemas.openxmlformats.org/presentationml/2006/ole">
            <mc:AlternateContent xmlns:mc="http://schemas.openxmlformats.org/markup-compatibility/2006">
              <mc:Choice xmlns:v="urn:schemas-microsoft-com:vml" Requires="v">
                <p:oleObj spid="_x0000_s26836" name="Equation" r:id="rId9" imgW="850265" imgH="546100" progId="Equation.DSMT4">
                  <p:embed/>
                </p:oleObj>
              </mc:Choice>
              <mc:Fallback>
                <p:oleObj name="Equation" r:id="rId9" imgW="850265" imgH="546100"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5163" y="4432300"/>
                        <a:ext cx="3144837"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34"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20CFB36-85FA-428D-8BC4-EAEDA466DBCD}" type="datetime10">
              <a:rPr lang="zh-CN" altLang="en-US" sz="1400" smtClean="0">
                <a:latin typeface="Arial" panose="020B0604020202020204" pitchFamily="34" charset="0"/>
              </a:rPr>
              <a:t>09:34</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9459"/>
                                        </p:tgtEl>
                                        <p:attrNameLst>
                                          <p:attrName>style.visibility</p:attrName>
                                        </p:attrNameLst>
                                      </p:cBhvr>
                                      <p:to>
                                        <p:strVal val="visible"/>
                                      </p:to>
                                    </p:set>
                                    <p:animEffect transition="in" filter="checkerboard(across)">
                                      <p:cBhvr>
                                        <p:cTn id="7" dur="500"/>
                                        <p:tgtEl>
                                          <p:spTgt spid="19459"/>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95239"/>
                                        </p:tgtEl>
                                        <p:attrNameLst>
                                          <p:attrName>style.visibility</p:attrName>
                                        </p:attrNameLst>
                                      </p:cBhvr>
                                      <p:to>
                                        <p:strVal val="visible"/>
                                      </p:to>
                                    </p:set>
                                    <p:animEffect transition="in" filter="checkerboard(across)">
                                      <p:cBhvr>
                                        <p:cTn id="12" dur="500"/>
                                        <p:tgtEl>
                                          <p:spTgt spid="95239"/>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95240"/>
                                        </p:tgtEl>
                                        <p:attrNameLst>
                                          <p:attrName>style.visibility</p:attrName>
                                        </p:attrNameLst>
                                      </p:cBhvr>
                                      <p:to>
                                        <p:strVal val="visible"/>
                                      </p:to>
                                    </p:set>
                                    <p:animEffect transition="in" filter="checkerboard(across)">
                                      <p:cBhvr>
                                        <p:cTn id="17" dur="500"/>
                                        <p:tgtEl>
                                          <p:spTgt spid="952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82C37DC-2A05-4AEF-8739-A44CD158A6FA}" type="slidenum">
              <a:rPr lang="zh-CN" altLang="en-US" sz="1400" smtClean="0">
                <a:latin typeface="Arial" panose="020B0604020202020204" pitchFamily="34" charset="0"/>
              </a:rPr>
              <a:t>24</a:t>
            </a:fld>
            <a:endParaRPr lang="en-US" altLang="zh-CN" sz="1400">
              <a:latin typeface="Arial" panose="020B0604020202020204" pitchFamily="34" charset="0"/>
            </a:endParaRPr>
          </a:p>
        </p:txBody>
      </p:sp>
      <p:sp>
        <p:nvSpPr>
          <p:cNvPr id="27651" name="Rectangle 3"/>
          <p:cNvSpPr>
            <a:spLocks noGrp="1" noChangeArrowheads="1"/>
          </p:cNvSpPr>
          <p:nvPr>
            <p:ph type="body" idx="1"/>
          </p:nvPr>
        </p:nvSpPr>
        <p:spPr>
          <a:xfrm>
            <a:off x="130175" y="938213"/>
            <a:ext cx="9245600" cy="1276350"/>
          </a:xfrm>
        </p:spPr>
        <p:txBody>
          <a:bodyPr/>
          <a:lstStyle/>
          <a:p>
            <a:pPr algn="just" eaLnBrk="1" hangingPunct="1">
              <a:lnSpc>
                <a:spcPct val="130000"/>
              </a:lnSpc>
              <a:buFontTx/>
              <a:buNone/>
            </a:pPr>
            <a:r>
              <a:rPr lang="zh-CN" altLang="en-US" sz="2800">
                <a:ea typeface="宋体" panose="02010600030101010101" pitchFamily="2" charset="-122"/>
              </a:rPr>
              <a:t> (</a:t>
            </a:r>
            <a:r>
              <a:rPr lang="en-US" altLang="zh-CN" sz="2800">
                <a:ea typeface="宋体" panose="02010600030101010101" pitchFamily="2" charset="-122"/>
              </a:rPr>
              <a:t>2</a:t>
            </a:r>
            <a:r>
              <a:rPr lang="zh-CN" altLang="en-US" sz="2800">
                <a:ea typeface="宋体" panose="02010600030101010101" pitchFamily="2" charset="-122"/>
              </a:rPr>
              <a:t>)</a:t>
            </a:r>
            <a:r>
              <a:rPr lang="zh-CN" altLang="en-US" sz="2800" b="1">
                <a:ea typeface="宋体" panose="02010600030101010101" pitchFamily="2" charset="-122"/>
              </a:rPr>
              <a:t>沿</a:t>
            </a:r>
            <a:r>
              <a:rPr lang="en-US" altLang="zh-CN" sz="2800" b="1">
                <a:ea typeface="宋体" panose="02010600030101010101" pitchFamily="2" charset="-122"/>
              </a:rPr>
              <a:t>y</a:t>
            </a:r>
            <a:r>
              <a:rPr lang="zh-CN" altLang="en-US" sz="2800" b="1">
                <a:ea typeface="宋体" panose="02010600030101010101" pitchFamily="2" charset="-122"/>
              </a:rPr>
              <a:t>方向错切</a:t>
            </a:r>
            <a:endParaRPr lang="en-US" altLang="zh-CN" sz="2800" b="1">
              <a:ea typeface="宋体" panose="02010600030101010101" pitchFamily="2" charset="-122"/>
            </a:endParaRPr>
          </a:p>
          <a:p>
            <a:pPr algn="just" eaLnBrk="1" hangingPunct="1">
              <a:lnSpc>
                <a:spcPct val="130000"/>
              </a:lnSpc>
              <a:buFontTx/>
              <a:buNone/>
            </a:pPr>
            <a:r>
              <a:rPr lang="zh-CN" altLang="en-US" sz="2800">
                <a:latin typeface="华文宋体" panose="02010600040101010101" pitchFamily="2" charset="-122"/>
                <a:ea typeface="华文宋体" panose="02010600040101010101" pitchFamily="2" charset="-122"/>
              </a:rPr>
              <a:t>每一点的</a:t>
            </a:r>
            <a:r>
              <a:rPr lang="en-US" altLang="zh-CN" sz="2800">
                <a:latin typeface="华文宋体" panose="02010600040101010101" pitchFamily="2" charset="-122"/>
                <a:ea typeface="华文宋体" panose="02010600040101010101" pitchFamily="2" charset="-122"/>
              </a:rPr>
              <a:t>x</a:t>
            </a:r>
            <a:r>
              <a:rPr lang="zh-CN" altLang="en-US" sz="2800">
                <a:latin typeface="华文宋体" panose="02010600040101010101" pitchFamily="2" charset="-122"/>
                <a:ea typeface="华文宋体" panose="02010600040101010101" pitchFamily="2" charset="-122"/>
              </a:rPr>
              <a:t>坐标不变</a:t>
            </a:r>
            <a:r>
              <a:rPr lang="en-US" altLang="zh-CN" sz="2800">
                <a:latin typeface="华文宋体" panose="02010600040101010101" pitchFamily="2" charset="-122"/>
                <a:ea typeface="华文宋体" panose="02010600040101010101" pitchFamily="2" charset="-122"/>
              </a:rPr>
              <a:t>,y</a:t>
            </a:r>
            <a:r>
              <a:rPr lang="zh-CN" altLang="en-US" sz="2800">
                <a:latin typeface="华文宋体" panose="02010600040101010101" pitchFamily="2" charset="-122"/>
                <a:ea typeface="华文宋体" panose="02010600040101010101" pitchFamily="2" charset="-122"/>
              </a:rPr>
              <a:t>坐标平移一个</a:t>
            </a:r>
            <a:r>
              <a:rPr lang="en-US" altLang="zh-CN" sz="2800">
                <a:latin typeface="华文宋体" panose="02010600040101010101" pitchFamily="2" charset="-122"/>
                <a:ea typeface="华文宋体" panose="02010600040101010101" pitchFamily="2" charset="-122"/>
              </a:rPr>
              <a:t>x</a:t>
            </a:r>
            <a:r>
              <a:rPr lang="zh-CN" altLang="en-US" sz="2800">
                <a:latin typeface="华文宋体" panose="02010600040101010101" pitchFamily="2" charset="-122"/>
                <a:ea typeface="华文宋体" panose="02010600040101010101" pitchFamily="2" charset="-122"/>
              </a:rPr>
              <a:t>坐标的线性量</a:t>
            </a:r>
            <a:r>
              <a:rPr lang="en-US" altLang="zh-CN" sz="2800">
                <a:latin typeface="华文宋体" panose="02010600040101010101" pitchFamily="2" charset="-122"/>
                <a:ea typeface="华文宋体" panose="02010600040101010101" pitchFamily="2" charset="-122"/>
              </a:rPr>
              <a:t>.</a:t>
            </a:r>
            <a:endParaRPr lang="zh-CN" altLang="en-US" sz="2800">
              <a:latin typeface="华文宋体" panose="02010600040101010101" pitchFamily="2" charset="-122"/>
              <a:ea typeface="华文宋体" panose="02010600040101010101" pitchFamily="2" charset="-122"/>
            </a:endParaRPr>
          </a:p>
        </p:txBody>
      </p:sp>
      <p:sp>
        <p:nvSpPr>
          <p:cNvPr id="27652" name="Rectangle 5"/>
          <p:cNvSpPr>
            <a:spLocks noChangeArrowheads="1"/>
          </p:cNvSpPr>
          <p:nvPr/>
        </p:nvSpPr>
        <p:spPr bwMode="auto">
          <a:xfrm>
            <a:off x="165100" y="76200"/>
            <a:ext cx="94932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zh-CN" altLang="en-US" sz="4400" b="0">
                <a:solidFill>
                  <a:schemeClr val="accent2"/>
                </a:solidFill>
                <a:latin typeface="Arial" panose="020B0604020202020204" pitchFamily="34" charset="0"/>
                <a:ea typeface="宋体" panose="02010600030101010101" pitchFamily="2" charset="-122"/>
              </a:rPr>
              <a:t> 错切变换</a:t>
            </a:r>
          </a:p>
        </p:txBody>
      </p:sp>
      <p:sp>
        <p:nvSpPr>
          <p:cNvPr id="27653" name="Rectangle 5"/>
          <p:cNvSpPr>
            <a:spLocks noChangeArrowheads="1"/>
          </p:cNvSpPr>
          <p:nvPr/>
        </p:nvSpPr>
        <p:spPr bwMode="auto">
          <a:xfrm>
            <a:off x="0" y="0"/>
            <a:ext cx="9906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endParaRPr lang="zh-CN" altLang="en-US">
              <a:solidFill>
                <a:schemeClr val="accent2"/>
              </a:solidFill>
              <a:latin typeface="Arial" panose="020B0604020202020204" pitchFamily="34" charset="0"/>
            </a:endParaRPr>
          </a:p>
        </p:txBody>
      </p:sp>
      <p:graphicFrame>
        <p:nvGraphicFramePr>
          <p:cNvPr id="20482" name="Object 3"/>
          <p:cNvGraphicFramePr>
            <a:graphicFrameLocks noChangeAspect="1"/>
          </p:cNvGraphicFramePr>
          <p:nvPr/>
        </p:nvGraphicFramePr>
        <p:xfrm>
          <a:off x="255588" y="2265363"/>
          <a:ext cx="2551112" cy="1576387"/>
        </p:xfrm>
        <a:graphic>
          <a:graphicData uri="http://schemas.openxmlformats.org/presentationml/2006/ole">
            <mc:AlternateContent xmlns:mc="http://schemas.openxmlformats.org/markup-compatibility/2006">
              <mc:Choice xmlns:v="urn:schemas-microsoft-com:vml" Requires="v">
                <p:oleObj spid="_x0000_s27858" name="Equation" r:id="rId3" imgW="596900" imgH="368300" progId="Equation.DSMT4">
                  <p:embed/>
                </p:oleObj>
              </mc:Choice>
              <mc:Fallback>
                <p:oleObj name="Equation" r:id="rId3" imgW="596900" imgH="3683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88" y="2265363"/>
                        <a:ext cx="2551112" cy="157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5239" name="Object 7"/>
          <p:cNvGraphicFramePr>
            <a:graphicFrameLocks noChangeAspect="1"/>
          </p:cNvGraphicFramePr>
          <p:nvPr/>
        </p:nvGraphicFramePr>
        <p:xfrm>
          <a:off x="3298825" y="2163763"/>
          <a:ext cx="3802063" cy="1857375"/>
        </p:xfrm>
        <a:graphic>
          <a:graphicData uri="http://schemas.openxmlformats.org/presentationml/2006/ole">
            <mc:AlternateContent xmlns:mc="http://schemas.openxmlformats.org/markup-compatibility/2006">
              <mc:Choice xmlns:v="urn:schemas-microsoft-com:vml" Requires="v">
                <p:oleObj spid="_x0000_s27859" name="Equation" r:id="rId5" imgW="1028065" imgH="546100" progId="Equation.DSMT4">
                  <p:embed/>
                </p:oleObj>
              </mc:Choice>
              <mc:Fallback>
                <p:oleObj name="Equation" r:id="rId5" imgW="1028065" imgH="5461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98825" y="2163763"/>
                        <a:ext cx="3802063"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5240" name="Object 5"/>
          <p:cNvGraphicFramePr>
            <a:graphicFrameLocks noChangeAspect="1"/>
          </p:cNvGraphicFramePr>
          <p:nvPr/>
        </p:nvGraphicFramePr>
        <p:xfrm>
          <a:off x="638175" y="4312920"/>
          <a:ext cx="3144838" cy="1857375"/>
        </p:xfrm>
        <a:graphic>
          <a:graphicData uri="http://schemas.openxmlformats.org/presentationml/2006/ole">
            <mc:AlternateContent xmlns:mc="http://schemas.openxmlformats.org/markup-compatibility/2006">
              <mc:Choice xmlns:v="urn:schemas-microsoft-com:vml" Requires="v">
                <p:oleObj spid="_x0000_s27860" name="Equation" r:id="rId7" imgW="850265" imgH="546100" progId="Equation.DSMT4">
                  <p:embed/>
                </p:oleObj>
              </mc:Choice>
              <mc:Fallback>
                <p:oleObj name="Equation" r:id="rId7" imgW="850265" imgH="5461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8175" y="4312920"/>
                        <a:ext cx="3144838"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657" name="Rectangle 7"/>
          <p:cNvSpPr>
            <a:spLocks noChangeArrowheads="1"/>
          </p:cNvSpPr>
          <p:nvPr/>
        </p:nvSpPr>
        <p:spPr bwMode="auto">
          <a:xfrm>
            <a:off x="0" y="0"/>
            <a:ext cx="9906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endParaRPr lang="zh-CN" altLang="en-US">
              <a:solidFill>
                <a:schemeClr val="accent2"/>
              </a:solidFill>
              <a:latin typeface="Arial" panose="020B0604020202020204" pitchFamily="34" charset="0"/>
            </a:endParaRPr>
          </a:p>
        </p:txBody>
      </p:sp>
      <p:graphicFrame>
        <p:nvGraphicFramePr>
          <p:cNvPr id="27658" name="Object 6"/>
          <p:cNvGraphicFramePr>
            <a:graphicFrameLocks noChangeAspect="1"/>
          </p:cNvGraphicFramePr>
          <p:nvPr/>
        </p:nvGraphicFramePr>
        <p:xfrm>
          <a:off x="7297738" y="2897188"/>
          <a:ext cx="2608262" cy="3638550"/>
        </p:xfrm>
        <a:graphic>
          <a:graphicData uri="http://schemas.openxmlformats.org/presentationml/2006/ole">
            <mc:AlternateContent xmlns:mc="http://schemas.openxmlformats.org/markup-compatibility/2006">
              <mc:Choice xmlns:v="urn:schemas-microsoft-com:vml" Requires="v">
                <p:oleObj spid="_x0000_s27861" name="Visio" r:id="rId9" imgW="1490980" imgH="2075815" progId="Visio.Drawing.11">
                  <p:embed/>
                </p:oleObj>
              </mc:Choice>
              <mc:Fallback>
                <p:oleObj name="Visio" r:id="rId9" imgW="1490980" imgH="2075815" progId="Visio.Drawing.11">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297738" y="2897188"/>
                        <a:ext cx="2608262" cy="363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659"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DEF928F-C419-4673-A2B2-D382DD0652C2}" type="datetime10">
              <a:rPr lang="zh-CN" altLang="en-US" sz="1400" smtClean="0">
                <a:latin typeface="Arial" panose="020B0604020202020204" pitchFamily="34" charset="0"/>
              </a:rPr>
              <a:t>09:34</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482"/>
                                        </p:tgtEl>
                                        <p:attrNameLst>
                                          <p:attrName>style.visibility</p:attrName>
                                        </p:attrNameLst>
                                      </p:cBhvr>
                                      <p:to>
                                        <p:strVal val="visible"/>
                                      </p:to>
                                    </p:set>
                                    <p:animEffect transition="in" filter="blinds(horizontal)">
                                      <p:cBhvr>
                                        <p:cTn id="7" dur="500"/>
                                        <p:tgtEl>
                                          <p:spTgt spid="2048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95239"/>
                                        </p:tgtEl>
                                        <p:attrNameLst>
                                          <p:attrName>style.visibility</p:attrName>
                                        </p:attrNameLst>
                                      </p:cBhvr>
                                      <p:to>
                                        <p:strVal val="visible"/>
                                      </p:to>
                                    </p:set>
                                    <p:animEffect transition="in" filter="checkerboard(across)">
                                      <p:cBhvr>
                                        <p:cTn id="12" dur="500"/>
                                        <p:tgtEl>
                                          <p:spTgt spid="95239"/>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95240"/>
                                        </p:tgtEl>
                                        <p:attrNameLst>
                                          <p:attrName>style.visibility</p:attrName>
                                        </p:attrNameLst>
                                      </p:cBhvr>
                                      <p:to>
                                        <p:strVal val="visible"/>
                                      </p:to>
                                    </p:set>
                                    <p:animEffect transition="in" filter="checkerboard(across)">
                                      <p:cBhvr>
                                        <p:cTn id="17" dur="500"/>
                                        <p:tgtEl>
                                          <p:spTgt spid="952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82C37DC-2A05-4AEF-8739-A44CD158A6FA}" type="slidenum">
              <a:rPr lang="zh-CN" altLang="en-US" sz="1400" smtClean="0">
                <a:latin typeface="Arial" panose="020B0604020202020204" pitchFamily="34" charset="0"/>
              </a:rPr>
              <a:t>25</a:t>
            </a:fld>
            <a:endParaRPr lang="en-US" altLang="zh-CN" sz="1400">
              <a:latin typeface="Arial" panose="020B0604020202020204" pitchFamily="34" charset="0"/>
            </a:endParaRPr>
          </a:p>
        </p:txBody>
      </p:sp>
      <p:sp>
        <p:nvSpPr>
          <p:cNvPr id="27651" name="Rectangle 3"/>
          <p:cNvSpPr>
            <a:spLocks noGrp="1" noChangeArrowheads="1"/>
          </p:cNvSpPr>
          <p:nvPr>
            <p:ph type="body" idx="1"/>
          </p:nvPr>
        </p:nvSpPr>
        <p:spPr>
          <a:xfrm>
            <a:off x="130175" y="938213"/>
            <a:ext cx="9245600" cy="1276350"/>
          </a:xfrm>
        </p:spPr>
        <p:txBody>
          <a:bodyPr/>
          <a:lstStyle/>
          <a:p>
            <a:pPr algn="just" eaLnBrk="1" hangingPunct="1">
              <a:lnSpc>
                <a:spcPct val="130000"/>
              </a:lnSpc>
              <a:buFontTx/>
              <a:buNone/>
            </a:pPr>
            <a:r>
              <a:rPr lang="zh-CN" altLang="en-US" sz="2800" dirty="0">
                <a:ea typeface="宋体" panose="02010600030101010101" pitchFamily="2" charset="-122"/>
              </a:rPr>
              <a:t> </a:t>
            </a:r>
            <a:r>
              <a:rPr lang="zh-CN" altLang="en-US" sz="2800" b="1" dirty="0">
                <a:ea typeface="宋体" panose="02010600030101010101" pitchFamily="2" charset="-122"/>
              </a:rPr>
              <a:t>关于某条线对称</a:t>
            </a:r>
            <a:r>
              <a:rPr lang="en-US" altLang="zh-CN" sz="2800" b="1" dirty="0">
                <a:ea typeface="宋体" panose="02010600030101010101" pitchFamily="2" charset="-122"/>
              </a:rPr>
              <a:t>/</a:t>
            </a:r>
            <a:r>
              <a:rPr lang="zh-CN" altLang="en-US" sz="2800" b="1" dirty="0">
                <a:ea typeface="宋体" panose="02010600030101010101" pitchFamily="2" charset="-122"/>
              </a:rPr>
              <a:t>镜像</a:t>
            </a:r>
            <a:endParaRPr lang="zh-CN" altLang="en-US" sz="2800" dirty="0">
              <a:latin typeface="华文宋体" panose="02010600040101010101" pitchFamily="2" charset="-122"/>
              <a:ea typeface="华文宋体" panose="02010600040101010101" pitchFamily="2" charset="-122"/>
            </a:endParaRPr>
          </a:p>
        </p:txBody>
      </p:sp>
      <p:sp>
        <p:nvSpPr>
          <p:cNvPr id="27652" name="Rectangle 5"/>
          <p:cNvSpPr>
            <a:spLocks noChangeArrowheads="1"/>
          </p:cNvSpPr>
          <p:nvPr/>
        </p:nvSpPr>
        <p:spPr bwMode="auto">
          <a:xfrm>
            <a:off x="165100" y="76200"/>
            <a:ext cx="94932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zh-CN" altLang="en-US" sz="4400" b="0" dirty="0">
                <a:solidFill>
                  <a:schemeClr val="accent2"/>
                </a:solidFill>
                <a:latin typeface="Arial" panose="020B0604020202020204" pitchFamily="34" charset="0"/>
                <a:ea typeface="宋体" panose="02010600030101010101" pitchFamily="2" charset="-122"/>
              </a:rPr>
              <a:t> 对称变换</a:t>
            </a:r>
          </a:p>
        </p:txBody>
      </p:sp>
      <p:sp>
        <p:nvSpPr>
          <p:cNvPr id="27653" name="Rectangle 5"/>
          <p:cNvSpPr>
            <a:spLocks noChangeArrowheads="1"/>
          </p:cNvSpPr>
          <p:nvPr/>
        </p:nvSpPr>
        <p:spPr bwMode="auto">
          <a:xfrm>
            <a:off x="0" y="0"/>
            <a:ext cx="9906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endParaRPr lang="zh-CN" altLang="en-US">
              <a:solidFill>
                <a:schemeClr val="accent2"/>
              </a:solidFill>
              <a:latin typeface="Arial" panose="020B0604020202020204" pitchFamily="34" charset="0"/>
            </a:endParaRPr>
          </a:p>
        </p:txBody>
      </p:sp>
      <p:sp>
        <p:nvSpPr>
          <p:cNvPr id="27657" name="Rectangle 7"/>
          <p:cNvSpPr>
            <a:spLocks noChangeArrowheads="1"/>
          </p:cNvSpPr>
          <p:nvPr/>
        </p:nvSpPr>
        <p:spPr bwMode="auto">
          <a:xfrm>
            <a:off x="0" y="0"/>
            <a:ext cx="9906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endParaRPr lang="zh-CN" altLang="en-US">
              <a:solidFill>
                <a:schemeClr val="accent2"/>
              </a:solidFill>
              <a:latin typeface="Arial" panose="020B0604020202020204" pitchFamily="34" charset="0"/>
            </a:endParaRPr>
          </a:p>
        </p:txBody>
      </p:sp>
      <p:sp>
        <p:nvSpPr>
          <p:cNvPr id="27659"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DEF928F-C419-4673-A2B2-D382DD0652C2}" type="datetime10">
              <a:rPr lang="zh-CN" altLang="en-US" sz="1400" smtClean="0">
                <a:latin typeface="Arial" panose="020B0604020202020204" pitchFamily="34" charset="0"/>
              </a:rPr>
              <a:t>09:46</a:t>
            </a:fld>
            <a:endParaRPr lang="en-US" altLang="zh-CN" sz="1400">
              <a:latin typeface="Arial" panose="020B0604020202020204" pitchFamily="34" charset="0"/>
            </a:endParaRPr>
          </a:p>
        </p:txBody>
      </p:sp>
      <p:graphicFrame>
        <p:nvGraphicFramePr>
          <p:cNvPr id="13" name="Object 2">
            <a:extLst>
              <a:ext uri="{FF2B5EF4-FFF2-40B4-BE49-F238E27FC236}">
                <a16:creationId xmlns:a16="http://schemas.microsoft.com/office/drawing/2014/main" id="{66E16499-483F-45CF-9305-6D5FC750C9BE}"/>
              </a:ext>
            </a:extLst>
          </p:cNvPr>
          <p:cNvGraphicFramePr>
            <a:graphicFrameLocks noChangeAspect="1"/>
          </p:cNvGraphicFramePr>
          <p:nvPr>
            <p:extLst>
              <p:ext uri="{D42A27DB-BD31-4B8C-83A1-F6EECF244321}">
                <p14:modId xmlns:p14="http://schemas.microsoft.com/office/powerpoint/2010/main" val="2895334166"/>
              </p:ext>
            </p:extLst>
          </p:nvPr>
        </p:nvGraphicFramePr>
        <p:xfrm>
          <a:off x="5365750" y="2266949"/>
          <a:ext cx="4044950" cy="3652838"/>
        </p:xfrm>
        <a:graphic>
          <a:graphicData uri="http://schemas.openxmlformats.org/presentationml/2006/ole">
            <mc:AlternateContent xmlns:mc="http://schemas.openxmlformats.org/markup-compatibility/2006">
              <mc:Choice xmlns:v="urn:schemas-microsoft-com:vml" Requires="v">
                <p:oleObj spid="_x0000_s43012" name="Visio" r:id="rId4" imgW="1680210" imgH="1548765" progId="Visio.Drawing.11">
                  <p:embed/>
                </p:oleObj>
              </mc:Choice>
              <mc:Fallback>
                <p:oleObj name="Visio" r:id="rId4" imgW="1680210" imgH="1548765" progId="Visio.Drawing.11">
                  <p:embed/>
                  <p:pic>
                    <p:nvPicPr>
                      <p:cNvPr id="34822"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65750" y="2266949"/>
                        <a:ext cx="4044950" cy="3652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矩形 2">
            <a:extLst>
              <a:ext uri="{FF2B5EF4-FFF2-40B4-BE49-F238E27FC236}">
                <a16:creationId xmlns:a16="http://schemas.microsoft.com/office/drawing/2014/main" id="{F23B82C1-E885-47DF-870F-C27EDFDF9BAE}"/>
              </a:ext>
            </a:extLst>
          </p:cNvPr>
          <p:cNvSpPr/>
          <p:nvPr/>
        </p:nvSpPr>
        <p:spPr>
          <a:xfrm>
            <a:off x="857671" y="2784188"/>
            <a:ext cx="2244525" cy="584775"/>
          </a:xfrm>
          <a:prstGeom prst="rect">
            <a:avLst/>
          </a:prstGeom>
        </p:spPr>
        <p:txBody>
          <a:bodyPr wrap="none">
            <a:spAutoFit/>
          </a:bodyPr>
          <a:lstStyle/>
          <a:p>
            <a:r>
              <a:rPr lang="zh-CN" altLang="en-US" dirty="0"/>
              <a:t>变换方程？</a:t>
            </a:r>
          </a:p>
        </p:txBody>
      </p:sp>
    </p:spTree>
    <p:extLst>
      <p:ext uri="{BB962C8B-B14F-4D97-AF65-F5344CB8AC3E}">
        <p14:creationId xmlns:p14="http://schemas.microsoft.com/office/powerpoint/2010/main" val="15978443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EC23AA1-321E-4C34-80DA-F69FD95005E3}" type="slidenum">
              <a:rPr lang="zh-CN" altLang="en-US" sz="1400" smtClean="0">
                <a:latin typeface="Arial" panose="020B0604020202020204" pitchFamily="34" charset="0"/>
              </a:rPr>
              <a:t>26</a:t>
            </a:fld>
            <a:endParaRPr lang="en-US" altLang="zh-CN" sz="1400">
              <a:latin typeface="Arial" panose="020B0604020202020204" pitchFamily="34" charset="0"/>
            </a:endParaRPr>
          </a:p>
        </p:txBody>
      </p:sp>
      <p:sp>
        <p:nvSpPr>
          <p:cNvPr id="28675" name="Rectangle 3"/>
          <p:cNvSpPr>
            <a:spLocks noGrp="1" noChangeArrowheads="1"/>
          </p:cNvSpPr>
          <p:nvPr>
            <p:ph type="body" idx="1"/>
          </p:nvPr>
        </p:nvSpPr>
        <p:spPr>
          <a:xfrm>
            <a:off x="247650" y="2719388"/>
            <a:ext cx="9658350" cy="2667000"/>
          </a:xfrm>
        </p:spPr>
        <p:txBody>
          <a:bodyPr/>
          <a:lstStyle/>
          <a:p>
            <a:pPr algn="just">
              <a:lnSpc>
                <a:spcPct val="130000"/>
              </a:lnSpc>
            </a:pPr>
            <a:r>
              <a:rPr lang="zh-CN" altLang="en-US" sz="3600" dirty="0">
                <a:latin typeface="华文宋体" panose="02010600040101010101" pitchFamily="2" charset="-122"/>
                <a:ea typeface="华文宋体" panose="02010600040101010101" pitchFamily="2" charset="-122"/>
              </a:rPr>
              <a:t>平移、缩放、旋转、错切等变换均是二维仿射变换的特例</a:t>
            </a:r>
          </a:p>
          <a:p>
            <a:pPr algn="just">
              <a:lnSpc>
                <a:spcPct val="130000"/>
              </a:lnSpc>
            </a:pPr>
            <a:r>
              <a:rPr lang="zh-CN" altLang="en-US" sz="3600" dirty="0">
                <a:latin typeface="华文宋体" panose="02010600040101010101" pitchFamily="2" charset="-122"/>
                <a:ea typeface="华文宋体" panose="02010600040101010101" pitchFamily="2" charset="-122"/>
              </a:rPr>
              <a:t>仿射变换：保线性，保比例</a:t>
            </a:r>
          </a:p>
        </p:txBody>
      </p:sp>
      <p:graphicFrame>
        <p:nvGraphicFramePr>
          <p:cNvPr id="28676" name="Object 2"/>
          <p:cNvGraphicFramePr>
            <a:graphicFrameLocks noChangeAspect="1"/>
          </p:cNvGraphicFramePr>
          <p:nvPr/>
        </p:nvGraphicFramePr>
        <p:xfrm>
          <a:off x="2713038" y="1162050"/>
          <a:ext cx="3663950" cy="1462088"/>
        </p:xfrm>
        <a:graphic>
          <a:graphicData uri="http://schemas.openxmlformats.org/presentationml/2006/ole">
            <mc:AlternateContent xmlns:mc="http://schemas.openxmlformats.org/markup-compatibility/2006">
              <mc:Choice xmlns:v="urn:schemas-microsoft-com:vml" Requires="v">
                <p:oleObj spid="_x0000_s28730" r:id="rId4" imgW="1054100" imgH="457200" progId="Equation.3">
                  <p:embed/>
                </p:oleObj>
              </mc:Choice>
              <mc:Fallback>
                <p:oleObj r:id="rId4" imgW="1054100" imgH="4572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13038" y="1162050"/>
                        <a:ext cx="3663950" cy="146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677"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F840DD9-25AD-491C-8AD9-0A288904EB46}" type="datetime10">
              <a:rPr lang="zh-CN" altLang="en-US" sz="1400" smtClean="0">
                <a:latin typeface="Arial" panose="020B0604020202020204" pitchFamily="34" charset="0"/>
              </a:rPr>
              <a:t>09:34</a:t>
            </a:fld>
            <a:endParaRPr lang="en-US" altLang="zh-CN" sz="1400">
              <a:latin typeface="Arial" panose="020B0604020202020204" pitchFamily="34" charset="0"/>
            </a:endParaRPr>
          </a:p>
        </p:txBody>
      </p:sp>
      <p:sp>
        <p:nvSpPr>
          <p:cNvPr id="28678" name="标题 1"/>
          <p:cNvSpPr>
            <a:spLocks noGrp="1" noChangeArrowheads="1"/>
          </p:cNvSpPr>
          <p:nvPr>
            <p:ph type="title"/>
          </p:nvPr>
        </p:nvSpPr>
        <p:spPr/>
        <p:txBody>
          <a:bodyPr/>
          <a:lstStyle/>
          <a:p>
            <a:r>
              <a:rPr lang="zh-CN" altLang="en-US">
                <a:ea typeface="宋体" panose="02010600030101010101" pitchFamily="2" charset="-122"/>
              </a:rPr>
              <a:t>仿射变换</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6"/>
          <p:cNvSpPr>
            <a:spLocks noGrp="1" noChangeArrowheads="1"/>
          </p:cNvSpPr>
          <p:nvPr>
            <p:ph type="title"/>
          </p:nvPr>
        </p:nvSpPr>
        <p:spPr/>
        <p:txBody>
          <a:bodyPr/>
          <a:lstStyle/>
          <a:p>
            <a:r>
              <a:rPr lang="zh-CN" altLang="en-US" dirty="0">
                <a:ea typeface="宋体" panose="02010600030101010101" pitchFamily="2" charset="-122"/>
              </a:rPr>
              <a:t>二维几何变换</a:t>
            </a:r>
          </a:p>
        </p:txBody>
      </p:sp>
      <p:sp>
        <p:nvSpPr>
          <p:cNvPr id="7171" name="内容占位符 7"/>
          <p:cNvSpPr>
            <a:spLocks noGrp="1" noChangeArrowheads="1"/>
          </p:cNvSpPr>
          <p:nvPr>
            <p:ph idx="1"/>
          </p:nvPr>
        </p:nvSpPr>
        <p:spPr/>
        <p:txBody>
          <a:bodyPr/>
          <a:lstStyle/>
          <a:p>
            <a:r>
              <a:rPr lang="zh-CN" altLang="en-US" dirty="0">
                <a:ea typeface="宋体" panose="02010600030101010101" pitchFamily="2" charset="-122"/>
              </a:rPr>
              <a:t>基本变换</a:t>
            </a:r>
            <a:endParaRPr lang="en-US" altLang="zh-CN" dirty="0">
              <a:ea typeface="宋体" panose="02010600030101010101" pitchFamily="2" charset="-122"/>
            </a:endParaRPr>
          </a:p>
          <a:p>
            <a:pPr lvl="1"/>
            <a:r>
              <a:rPr lang="zh-CN" altLang="en-US" dirty="0">
                <a:ea typeface="宋体" panose="02010600030101010101" pitchFamily="2" charset="-122"/>
              </a:rPr>
              <a:t>平移</a:t>
            </a:r>
            <a:endParaRPr lang="en-US" altLang="zh-CN" dirty="0">
              <a:ea typeface="宋体" panose="02010600030101010101" pitchFamily="2" charset="-122"/>
            </a:endParaRPr>
          </a:p>
          <a:p>
            <a:pPr lvl="1"/>
            <a:r>
              <a:rPr lang="zh-CN" altLang="en-US" dirty="0">
                <a:ea typeface="宋体" panose="02010600030101010101" pitchFamily="2" charset="-122"/>
              </a:rPr>
              <a:t>旋转</a:t>
            </a:r>
            <a:endParaRPr lang="en-US" altLang="zh-CN" dirty="0">
              <a:ea typeface="宋体" panose="02010600030101010101" pitchFamily="2" charset="-122"/>
            </a:endParaRPr>
          </a:p>
          <a:p>
            <a:pPr lvl="1"/>
            <a:r>
              <a:rPr lang="zh-CN" altLang="en-US" dirty="0">
                <a:ea typeface="宋体" panose="02010600030101010101" pitchFamily="2" charset="-122"/>
              </a:rPr>
              <a:t>放缩</a:t>
            </a:r>
            <a:endParaRPr lang="en-US" altLang="zh-CN" dirty="0">
              <a:ea typeface="宋体" panose="02010600030101010101" pitchFamily="2" charset="-122"/>
            </a:endParaRPr>
          </a:p>
          <a:p>
            <a:pPr lvl="1"/>
            <a:r>
              <a:rPr lang="zh-CN" altLang="en-US" dirty="0">
                <a:ea typeface="宋体" panose="02010600030101010101" pitchFamily="2" charset="-122"/>
              </a:rPr>
              <a:t>错切</a:t>
            </a:r>
            <a:endParaRPr lang="en-US" altLang="zh-CN" dirty="0">
              <a:ea typeface="宋体" panose="02010600030101010101" pitchFamily="2" charset="-122"/>
            </a:endParaRPr>
          </a:p>
          <a:p>
            <a:r>
              <a:rPr lang="zh-CN" altLang="en-US" dirty="0">
                <a:solidFill>
                  <a:srgbClr val="0000FF"/>
                </a:solidFill>
                <a:ea typeface="宋体" panose="02010600030101010101" pitchFamily="2" charset="-122"/>
              </a:rPr>
              <a:t>复合变换</a:t>
            </a:r>
            <a:endParaRPr lang="en-US" altLang="zh-CN" dirty="0">
              <a:solidFill>
                <a:srgbClr val="0000FF"/>
              </a:solidFill>
              <a:ea typeface="宋体" panose="02010600030101010101" pitchFamily="2" charset="-122"/>
            </a:endParaRPr>
          </a:p>
          <a:p>
            <a:r>
              <a:rPr lang="zh-CN" altLang="en-US" dirty="0">
                <a:ea typeface="宋体" panose="02010600030101010101" pitchFamily="2" charset="-122"/>
              </a:rPr>
              <a:t>坐标系变换</a:t>
            </a:r>
          </a:p>
        </p:txBody>
      </p:sp>
      <p:sp>
        <p:nvSpPr>
          <p:cNvPr id="7172" name="日期占位符 4"/>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17E9EC0-0693-4825-8952-86C51D8066D5}" type="datetime10">
              <a:rPr lang="zh-CN" altLang="en-US" sz="1400" smtClean="0">
                <a:latin typeface="Arial" panose="020B0604020202020204" pitchFamily="34" charset="0"/>
              </a:rPr>
              <a:t>09:34</a:t>
            </a:fld>
            <a:endParaRPr lang="en-US" altLang="zh-CN" sz="1400">
              <a:latin typeface="Arial" panose="020B0604020202020204" pitchFamily="34" charset="0"/>
            </a:endParaRPr>
          </a:p>
        </p:txBody>
      </p:sp>
      <p:sp>
        <p:nvSpPr>
          <p:cNvPr id="7173"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B6060B9-4045-4BB3-9ABF-5C6287109673}" type="slidenum">
              <a:rPr lang="zh-CN" altLang="en-US" sz="1400" smtClean="0">
                <a:latin typeface="Arial" panose="020B0604020202020204" pitchFamily="34" charset="0"/>
              </a:rPr>
              <a:t>27</a:t>
            </a:fld>
            <a:endParaRPr lang="en-US" altLang="zh-CN" sz="1400">
              <a:latin typeface="Arial" panose="020B0604020202020204" pitchFamily="34" charset="0"/>
            </a:endParaRPr>
          </a:p>
        </p:txBody>
      </p:sp>
      <p:pic>
        <p:nvPicPr>
          <p:cNvPr id="7"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54546"/>
          <a:stretch>
            <a:fillRect/>
          </a:stretch>
        </p:blipFill>
        <p:spPr bwMode="auto">
          <a:xfrm>
            <a:off x="5892471" y="3676403"/>
            <a:ext cx="2654918" cy="24863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9FEB31C-9C99-4339-BAC1-432555A77AB9}" type="slidenum">
              <a:rPr lang="zh-CN" altLang="en-US" sz="1400" smtClean="0">
                <a:latin typeface="Arial" panose="020B0604020202020204" pitchFamily="34" charset="0"/>
              </a:rPr>
              <a:t>28</a:t>
            </a:fld>
            <a:endParaRPr lang="en-US" altLang="zh-CN" sz="1400">
              <a:latin typeface="Arial" panose="020B0604020202020204" pitchFamily="34" charset="0"/>
            </a:endParaRPr>
          </a:p>
        </p:txBody>
      </p:sp>
      <p:sp>
        <p:nvSpPr>
          <p:cNvPr id="29699" name="Rectangle 6"/>
          <p:cNvSpPr>
            <a:spLocks noGrp="1" noChangeArrowheads="1"/>
          </p:cNvSpPr>
          <p:nvPr>
            <p:ph type="title"/>
          </p:nvPr>
        </p:nvSpPr>
        <p:spPr/>
        <p:txBody>
          <a:bodyPr/>
          <a:lstStyle/>
          <a:p>
            <a:pPr eaLnBrk="1" hangingPunct="1"/>
            <a:r>
              <a:rPr lang="zh-CN" altLang="en-US" dirty="0">
                <a:ea typeface="宋体" panose="02010600030101010101" pitchFamily="2" charset="-122"/>
              </a:rPr>
              <a:t>复合变换</a:t>
            </a:r>
          </a:p>
        </p:txBody>
      </p:sp>
      <p:sp>
        <p:nvSpPr>
          <p:cNvPr id="29700" name="Rectangle 3"/>
          <p:cNvSpPr>
            <a:spLocks noGrp="1" noChangeArrowheads="1"/>
          </p:cNvSpPr>
          <p:nvPr>
            <p:ph type="body" idx="1"/>
          </p:nvPr>
        </p:nvSpPr>
        <p:spPr>
          <a:xfrm>
            <a:off x="304800" y="1106488"/>
            <a:ext cx="9601200" cy="4114800"/>
          </a:xfrm>
        </p:spPr>
        <p:txBody>
          <a:bodyPr/>
          <a:lstStyle/>
          <a:p>
            <a:pPr algn="just" eaLnBrk="1" hangingPunct="1">
              <a:lnSpc>
                <a:spcPct val="120000"/>
              </a:lnSpc>
            </a:pPr>
            <a:r>
              <a:rPr lang="zh-CN" altLang="en-US">
                <a:latin typeface="华文宋体" panose="02010600040101010101" pitchFamily="2" charset="-122"/>
                <a:ea typeface="华文宋体" panose="02010600040101010101" pitchFamily="2" charset="-122"/>
              </a:rPr>
              <a:t>基本变换</a:t>
            </a:r>
            <a:endParaRPr lang="en-US" altLang="zh-CN">
              <a:latin typeface="华文宋体" panose="02010600040101010101" pitchFamily="2" charset="-122"/>
              <a:ea typeface="华文宋体" panose="02010600040101010101" pitchFamily="2" charset="-122"/>
            </a:endParaRPr>
          </a:p>
          <a:p>
            <a:pPr algn="just" eaLnBrk="1" hangingPunct="1">
              <a:lnSpc>
                <a:spcPct val="120000"/>
              </a:lnSpc>
            </a:pPr>
            <a:r>
              <a:rPr lang="zh-CN" altLang="en-US">
                <a:latin typeface="华文宋体" panose="02010600040101010101" pitchFamily="2" charset="-122"/>
                <a:ea typeface="华文宋体" panose="02010600040101010101" pitchFamily="2" charset="-122"/>
              </a:rPr>
              <a:t>任何一复杂的几何变换都可以看作基本几何变换的组合形式。</a:t>
            </a:r>
            <a:endParaRPr lang="en-US" altLang="zh-CN">
              <a:latin typeface="华文宋体" panose="02010600040101010101" pitchFamily="2" charset="-122"/>
              <a:ea typeface="华文宋体" panose="02010600040101010101" pitchFamily="2" charset="-122"/>
            </a:endParaRPr>
          </a:p>
          <a:p>
            <a:pPr algn="just" eaLnBrk="1" hangingPunct="1">
              <a:lnSpc>
                <a:spcPct val="120000"/>
              </a:lnSpc>
            </a:pPr>
            <a:r>
              <a:rPr lang="zh-CN" altLang="en-US">
                <a:latin typeface="华文宋体" panose="02010600040101010101" pitchFamily="2" charset="-122"/>
                <a:ea typeface="华文宋体" panose="02010600040101010101" pitchFamily="2" charset="-122"/>
              </a:rPr>
              <a:t>复合变换具有形式：</a:t>
            </a:r>
          </a:p>
          <a:p>
            <a:pPr algn="just" eaLnBrk="1" hangingPunct="1">
              <a:lnSpc>
                <a:spcPct val="120000"/>
              </a:lnSpc>
            </a:pPr>
            <a:endParaRPr lang="zh-CN" altLang="en-US">
              <a:latin typeface="华文宋体" panose="02010600040101010101" pitchFamily="2" charset="-122"/>
              <a:ea typeface="华文宋体" panose="02010600040101010101" pitchFamily="2" charset="-122"/>
            </a:endParaRPr>
          </a:p>
        </p:txBody>
      </p:sp>
      <p:graphicFrame>
        <p:nvGraphicFramePr>
          <p:cNvPr id="29701" name="Object 2"/>
          <p:cNvGraphicFramePr>
            <a:graphicFrameLocks noChangeAspect="1"/>
          </p:cNvGraphicFramePr>
          <p:nvPr/>
        </p:nvGraphicFramePr>
        <p:xfrm>
          <a:off x="1836738" y="3863975"/>
          <a:ext cx="6443662" cy="1371600"/>
        </p:xfrm>
        <a:graphic>
          <a:graphicData uri="http://schemas.openxmlformats.org/presentationml/2006/ole">
            <mc:AlternateContent xmlns:mc="http://schemas.openxmlformats.org/markup-compatibility/2006">
              <mc:Choice xmlns:v="urn:schemas-microsoft-com:vml" Requires="v">
                <p:oleObj spid="_x0000_s29754" r:id="rId3" imgW="1981200" imgH="457200" progId="Equation.3">
                  <p:embed/>
                </p:oleObj>
              </mc:Choice>
              <mc:Fallback>
                <p:oleObj r:id="rId3" imgW="1981200" imgH="4572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6738" y="3863975"/>
                        <a:ext cx="6443662"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702"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799BB3B-F220-4E1C-AF10-B7CD141092F4}" type="datetime10">
              <a:rPr lang="zh-CN" altLang="en-US" sz="1400" smtClean="0">
                <a:latin typeface="Arial" panose="020B0604020202020204" pitchFamily="34" charset="0"/>
              </a:rPr>
              <a:t>09:34</a:t>
            </a:fld>
            <a:endParaRPr lang="en-US" altLang="zh-CN" sz="1400">
              <a:latin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FF05D6C-6620-457D-90AF-CD5FAA1799D1}" type="slidenum">
              <a:rPr lang="zh-CN" altLang="en-US" sz="1400" smtClean="0">
                <a:latin typeface="Arial" panose="020B0604020202020204" pitchFamily="34" charset="0"/>
              </a:rPr>
              <a:t>29</a:t>
            </a:fld>
            <a:endParaRPr lang="en-US" altLang="zh-CN" sz="1400">
              <a:latin typeface="Arial" panose="020B0604020202020204" pitchFamily="34" charset="0"/>
            </a:endParaRPr>
          </a:p>
        </p:txBody>
      </p:sp>
      <p:sp>
        <p:nvSpPr>
          <p:cNvPr id="24582" name="Rectangle 2"/>
          <p:cNvSpPr>
            <a:spLocks noGrp="1" noChangeArrowheads="1"/>
          </p:cNvSpPr>
          <p:nvPr>
            <p:ph type="body" idx="1"/>
          </p:nvPr>
        </p:nvSpPr>
        <p:spPr>
          <a:xfrm>
            <a:off x="330200" y="1133475"/>
            <a:ext cx="9245600" cy="5638800"/>
          </a:xfrm>
        </p:spPr>
        <p:txBody>
          <a:bodyPr/>
          <a:lstStyle/>
          <a:p>
            <a:pPr algn="just" eaLnBrk="1" hangingPunct="1">
              <a:lnSpc>
                <a:spcPct val="140000"/>
              </a:lnSpc>
              <a:buFontTx/>
              <a:buNone/>
            </a:pPr>
            <a:r>
              <a:rPr lang="zh-CN" altLang="en-US">
                <a:solidFill>
                  <a:schemeClr val="accent2"/>
                </a:solidFill>
                <a:ea typeface="黑体" panose="02010609060101010101" pitchFamily="49" charset="-122"/>
              </a:rPr>
              <a:t>1</a:t>
            </a:r>
            <a:r>
              <a:rPr lang="en-US" altLang="zh-CN">
                <a:solidFill>
                  <a:schemeClr val="accent2"/>
                </a:solidFill>
                <a:ea typeface="黑体" panose="02010609060101010101" pitchFamily="49" charset="-122"/>
              </a:rPr>
              <a:t>.  </a:t>
            </a:r>
            <a:r>
              <a:rPr lang="zh-CN" altLang="en-US">
                <a:solidFill>
                  <a:schemeClr val="accent2"/>
                </a:solidFill>
                <a:ea typeface="黑体" panose="02010609060101010101" pitchFamily="49" charset="-122"/>
                <a:hlinkClick r:id="rId4" action="ppaction://hlinkfile"/>
              </a:rPr>
              <a:t>二维复合平移</a:t>
            </a:r>
            <a:endParaRPr lang="zh-CN" altLang="en-US">
              <a:solidFill>
                <a:schemeClr val="accent2"/>
              </a:solidFill>
              <a:ea typeface="宋体" panose="02010600030101010101" pitchFamily="2" charset="-122"/>
            </a:endParaRPr>
          </a:p>
          <a:p>
            <a:pPr algn="just" eaLnBrk="1" hangingPunct="1">
              <a:lnSpc>
                <a:spcPct val="140000"/>
              </a:lnSpc>
              <a:buFontTx/>
              <a:buNone/>
            </a:pPr>
            <a:r>
              <a:rPr lang="zh-CN" altLang="en-US" sz="2800">
                <a:ea typeface="宋体" panose="02010600030101010101" pitchFamily="2" charset="-122"/>
              </a:rPr>
              <a:t>	两个连续平移是</a:t>
            </a:r>
            <a:r>
              <a:rPr lang="zh-CN" altLang="en-US" sz="2800">
                <a:solidFill>
                  <a:srgbClr val="FF0000"/>
                </a:solidFill>
                <a:ea typeface="宋体" panose="02010600030101010101" pitchFamily="2" charset="-122"/>
              </a:rPr>
              <a:t>加性</a:t>
            </a:r>
            <a:r>
              <a:rPr lang="zh-CN" altLang="en-US" sz="2800">
                <a:ea typeface="宋体" panose="02010600030101010101" pitchFamily="2" charset="-122"/>
              </a:rPr>
              <a:t>的</a:t>
            </a:r>
          </a:p>
        </p:txBody>
      </p:sp>
      <p:sp>
        <p:nvSpPr>
          <p:cNvPr id="30724" name="Rectangle 4"/>
          <p:cNvSpPr>
            <a:spLocks noGrp="1" noChangeArrowheads="1"/>
          </p:cNvSpPr>
          <p:nvPr>
            <p:ph type="title"/>
          </p:nvPr>
        </p:nvSpPr>
        <p:spPr/>
        <p:txBody>
          <a:bodyPr/>
          <a:lstStyle/>
          <a:p>
            <a:pPr eaLnBrk="1" hangingPunct="1"/>
            <a:r>
              <a:rPr lang="zh-CN" altLang="en-US" dirty="0">
                <a:ea typeface="宋体" panose="02010600030101010101" pitchFamily="2" charset="-122"/>
              </a:rPr>
              <a:t>复合变换</a:t>
            </a:r>
          </a:p>
        </p:txBody>
      </p:sp>
      <p:graphicFrame>
        <p:nvGraphicFramePr>
          <p:cNvPr id="30725" name="Object 2"/>
          <p:cNvGraphicFramePr>
            <a:graphicFrameLocks noChangeAspect="1"/>
          </p:cNvGraphicFramePr>
          <p:nvPr/>
        </p:nvGraphicFramePr>
        <p:xfrm>
          <a:off x="5294313" y="1255713"/>
          <a:ext cx="4292600" cy="3079750"/>
        </p:xfrm>
        <a:graphic>
          <a:graphicData uri="http://schemas.openxmlformats.org/presentationml/2006/ole">
            <mc:AlternateContent xmlns:mc="http://schemas.openxmlformats.org/markup-compatibility/2006">
              <mc:Choice xmlns:v="urn:schemas-microsoft-com:vml" Requires="v">
                <p:oleObj spid="_x0000_s30878" name="Equation" r:id="rId5" imgW="1384300" imgH="1079500" progId="Equation.DSMT4">
                  <p:embed/>
                </p:oleObj>
              </mc:Choice>
              <mc:Fallback>
                <p:oleObj name="Equation" r:id="rId5" imgW="1384300" imgH="1079500" progId="Equation.DSMT4">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94313" y="1255713"/>
                        <a:ext cx="4292600" cy="307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9"/>
          <p:cNvGraphicFramePr>
            <a:graphicFrameLocks noChangeAspect="1"/>
          </p:cNvGraphicFramePr>
          <p:nvPr/>
        </p:nvGraphicFramePr>
        <p:xfrm>
          <a:off x="765175" y="5148263"/>
          <a:ext cx="3992563" cy="635000"/>
        </p:xfrm>
        <a:graphic>
          <a:graphicData uri="http://schemas.openxmlformats.org/presentationml/2006/ole">
            <mc:AlternateContent xmlns:mc="http://schemas.openxmlformats.org/markup-compatibility/2006">
              <mc:Choice xmlns:v="urn:schemas-microsoft-com:vml" Requires="v">
                <p:oleObj spid="_x0000_s30879" name="Equation" r:id="rId7" imgW="1104900" imgH="190500" progId="Equation.DSMT4">
                  <p:embed/>
                </p:oleObj>
              </mc:Choice>
              <mc:Fallback>
                <p:oleObj name="Equation" r:id="rId7" imgW="1104900" imgH="190500" progId="Equation.DSMT4">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5175" y="5148263"/>
                        <a:ext cx="3992563"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10"/>
          <p:cNvGraphicFramePr>
            <a:graphicFrameLocks noChangeAspect="1"/>
          </p:cNvGraphicFramePr>
          <p:nvPr/>
        </p:nvGraphicFramePr>
        <p:xfrm>
          <a:off x="739775" y="3276600"/>
          <a:ext cx="3987800" cy="1835150"/>
        </p:xfrm>
        <a:graphic>
          <a:graphicData uri="http://schemas.openxmlformats.org/presentationml/2006/ole">
            <mc:AlternateContent xmlns:mc="http://schemas.openxmlformats.org/markup-compatibility/2006">
              <mc:Choice xmlns:v="urn:schemas-microsoft-com:vml" Requires="v">
                <p:oleObj spid="_x0000_s30880" name="Equation" r:id="rId9" imgW="1143000" imgH="571500" progId="Equation.DSMT4">
                  <p:embed/>
                </p:oleObj>
              </mc:Choice>
              <mc:Fallback>
                <p:oleObj name="Equation" r:id="rId9" imgW="1143000" imgH="571500" progId="Equation.DSMT4">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9775" y="3276600"/>
                        <a:ext cx="3987800"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28"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CAD19E4-56A1-4B2B-BA17-E45E60077999}" type="datetime10">
              <a:rPr lang="zh-CN" altLang="en-US" sz="1400" smtClean="0">
                <a:latin typeface="Arial" panose="020B0604020202020204" pitchFamily="34" charset="0"/>
              </a:rPr>
              <a:t>09:34</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heckerboard(across)">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checkerboard(across)">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4582">
                                            <p:txEl>
                                              <p:pRg st="1" end="1"/>
                                            </p:txEl>
                                          </p:spTgt>
                                        </p:tgtEl>
                                        <p:attrNameLst>
                                          <p:attrName>style.visibility</p:attrName>
                                        </p:attrNameLst>
                                      </p:cBhvr>
                                      <p:to>
                                        <p:strVal val="visible"/>
                                      </p:to>
                                    </p:set>
                                    <p:animEffect transition="in" filter="checkerboard(across)">
                                      <p:cBhvr>
                                        <p:cTn id="17" dur="500"/>
                                        <p:tgtEl>
                                          <p:spTgt spid="2458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3679A8D-96B8-43DF-8D35-914F60636354}" type="slidenum">
              <a:rPr lang="zh-CN" altLang="en-US" sz="1400" smtClean="0">
                <a:latin typeface="Arial" panose="020B0604020202020204" pitchFamily="34" charset="0"/>
              </a:rPr>
              <a:t>30</a:t>
            </a:fld>
            <a:endParaRPr lang="en-US" altLang="zh-CN" sz="1400">
              <a:latin typeface="Arial" panose="020B0604020202020204" pitchFamily="34" charset="0"/>
            </a:endParaRPr>
          </a:p>
        </p:txBody>
      </p:sp>
      <p:sp>
        <p:nvSpPr>
          <p:cNvPr id="26628" name="Rectangle 2"/>
          <p:cNvSpPr>
            <a:spLocks noGrp="1" noChangeArrowheads="1"/>
          </p:cNvSpPr>
          <p:nvPr>
            <p:ph type="body" idx="1"/>
          </p:nvPr>
        </p:nvSpPr>
        <p:spPr>
          <a:xfrm>
            <a:off x="330200" y="1133475"/>
            <a:ext cx="9245600" cy="5638800"/>
          </a:xfrm>
        </p:spPr>
        <p:txBody>
          <a:bodyPr/>
          <a:lstStyle/>
          <a:p>
            <a:pPr algn="just" eaLnBrk="1" hangingPunct="1">
              <a:lnSpc>
                <a:spcPct val="140000"/>
              </a:lnSpc>
              <a:buFontTx/>
              <a:buNone/>
            </a:pPr>
            <a:r>
              <a:rPr lang="zh-CN" altLang="en-US">
                <a:solidFill>
                  <a:schemeClr val="accent2"/>
                </a:solidFill>
                <a:ea typeface="黑体" panose="02010609060101010101" pitchFamily="49" charset="-122"/>
              </a:rPr>
              <a:t>2</a:t>
            </a:r>
            <a:r>
              <a:rPr lang="en-US" altLang="zh-CN">
                <a:solidFill>
                  <a:schemeClr val="accent2"/>
                </a:solidFill>
                <a:ea typeface="黑体" panose="02010609060101010101" pitchFamily="49" charset="-122"/>
              </a:rPr>
              <a:t>.  </a:t>
            </a:r>
            <a:r>
              <a:rPr lang="zh-CN" altLang="en-US">
                <a:solidFill>
                  <a:schemeClr val="accent2"/>
                </a:solidFill>
                <a:ea typeface="黑体" panose="02010609060101010101" pitchFamily="49" charset="-122"/>
                <a:hlinkClick r:id="rId4" action="ppaction://hlinkfile"/>
              </a:rPr>
              <a:t>二维复合比例</a:t>
            </a:r>
            <a:endParaRPr lang="zh-CN" altLang="en-US">
              <a:solidFill>
                <a:schemeClr val="accent2"/>
              </a:solidFill>
              <a:ea typeface="黑体" panose="02010609060101010101" pitchFamily="49" charset="-122"/>
            </a:endParaRPr>
          </a:p>
          <a:p>
            <a:pPr algn="just" eaLnBrk="1" hangingPunct="1">
              <a:lnSpc>
                <a:spcPct val="140000"/>
              </a:lnSpc>
              <a:buFontTx/>
              <a:buNone/>
            </a:pPr>
            <a:r>
              <a:rPr lang="zh-CN" altLang="en-US" sz="2800">
                <a:ea typeface="宋体" panose="02010600030101010101" pitchFamily="2" charset="-122"/>
              </a:rPr>
              <a:t>	连续放缩变换是相乘的</a:t>
            </a:r>
            <a:endParaRPr lang="en-US" altLang="zh-CN" sz="2800">
              <a:ea typeface="宋体" panose="02010600030101010101" pitchFamily="2" charset="-122"/>
            </a:endParaRPr>
          </a:p>
          <a:p>
            <a:pPr algn="just" eaLnBrk="1" hangingPunct="1">
              <a:lnSpc>
                <a:spcPct val="140000"/>
              </a:lnSpc>
              <a:buFontTx/>
              <a:buNone/>
            </a:pPr>
            <a:endParaRPr lang="zh-CN" altLang="en-US" sz="2800">
              <a:ea typeface="宋体" panose="02010600030101010101" pitchFamily="2" charset="-122"/>
            </a:endParaRPr>
          </a:p>
          <a:p>
            <a:pPr algn="just" eaLnBrk="1" hangingPunct="1">
              <a:lnSpc>
                <a:spcPct val="140000"/>
              </a:lnSpc>
              <a:buFontTx/>
              <a:buNone/>
            </a:pPr>
            <a:r>
              <a:rPr lang="zh-CN" altLang="en-US">
                <a:solidFill>
                  <a:schemeClr val="accent2"/>
                </a:solidFill>
                <a:ea typeface="黑体" panose="02010609060101010101" pitchFamily="49" charset="-122"/>
              </a:rPr>
              <a:t>3</a:t>
            </a:r>
            <a:r>
              <a:rPr lang="en-US" altLang="zh-CN">
                <a:solidFill>
                  <a:schemeClr val="accent2"/>
                </a:solidFill>
                <a:ea typeface="黑体" panose="02010609060101010101" pitchFamily="49" charset="-122"/>
              </a:rPr>
              <a:t>.  </a:t>
            </a:r>
            <a:r>
              <a:rPr lang="zh-CN" altLang="en-US">
                <a:solidFill>
                  <a:schemeClr val="accent2"/>
                </a:solidFill>
                <a:ea typeface="黑体" panose="02010609060101010101" pitchFamily="49" charset="-122"/>
                <a:hlinkClick r:id="rId5" action="ppaction://hlinkfile"/>
              </a:rPr>
              <a:t>二维复合旋转</a:t>
            </a:r>
            <a:endParaRPr lang="zh-CN" altLang="en-US">
              <a:solidFill>
                <a:schemeClr val="accent2"/>
              </a:solidFill>
              <a:ea typeface="黑体" panose="02010609060101010101" pitchFamily="49" charset="-122"/>
            </a:endParaRPr>
          </a:p>
          <a:p>
            <a:pPr algn="just" eaLnBrk="1" hangingPunct="1">
              <a:lnSpc>
                <a:spcPct val="140000"/>
              </a:lnSpc>
              <a:buFontTx/>
              <a:buNone/>
            </a:pPr>
            <a:r>
              <a:rPr lang="zh-CN" altLang="en-US" sz="2800">
                <a:ea typeface="宋体" panose="02010600030101010101" pitchFamily="2" charset="-122"/>
              </a:rPr>
              <a:t>	连续旋转变换是相加的</a:t>
            </a:r>
          </a:p>
        </p:txBody>
      </p:sp>
      <p:graphicFrame>
        <p:nvGraphicFramePr>
          <p:cNvPr id="26626" name="Object 2"/>
          <p:cNvGraphicFramePr>
            <a:graphicFrameLocks noChangeAspect="1"/>
          </p:cNvGraphicFramePr>
          <p:nvPr/>
        </p:nvGraphicFramePr>
        <p:xfrm>
          <a:off x="2300288" y="4722813"/>
          <a:ext cx="2409825" cy="557212"/>
        </p:xfrm>
        <a:graphic>
          <a:graphicData uri="http://schemas.openxmlformats.org/presentationml/2006/ole">
            <mc:AlternateContent xmlns:mc="http://schemas.openxmlformats.org/markup-compatibility/2006">
              <mc:Choice xmlns:v="urn:schemas-microsoft-com:vml" Requires="v">
                <p:oleObj spid="_x0000_s31952" name="Equation" r:id="rId6" imgW="698500" imgH="177800" progId="Equation.DSMT4">
                  <p:embed/>
                </p:oleObj>
              </mc:Choice>
              <mc:Fallback>
                <p:oleObj name="Equation" r:id="rId6" imgW="698500" imgH="177800" progId="Equation.DSMT4">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00288" y="4722813"/>
                        <a:ext cx="2409825"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749" name="Rectangle 4"/>
          <p:cNvSpPr>
            <a:spLocks noGrp="1" noChangeArrowheads="1"/>
          </p:cNvSpPr>
          <p:nvPr>
            <p:ph type="title"/>
          </p:nvPr>
        </p:nvSpPr>
        <p:spPr/>
        <p:txBody>
          <a:bodyPr/>
          <a:lstStyle/>
          <a:p>
            <a:pPr eaLnBrk="1" hangingPunct="1"/>
            <a:r>
              <a:rPr lang="zh-CN" altLang="en-US" dirty="0">
                <a:ea typeface="宋体" panose="02010600030101010101" pitchFamily="2" charset="-122"/>
              </a:rPr>
              <a:t>复合变换</a:t>
            </a:r>
          </a:p>
        </p:txBody>
      </p:sp>
      <p:graphicFrame>
        <p:nvGraphicFramePr>
          <p:cNvPr id="31750" name="Object 5"/>
          <p:cNvGraphicFramePr>
            <a:graphicFrameLocks noChangeAspect="1"/>
          </p:cNvGraphicFramePr>
          <p:nvPr/>
        </p:nvGraphicFramePr>
        <p:xfrm>
          <a:off x="2089150" y="2595563"/>
          <a:ext cx="3309938" cy="587375"/>
        </p:xfrm>
        <a:graphic>
          <a:graphicData uri="http://schemas.openxmlformats.org/presentationml/2006/ole">
            <mc:AlternateContent xmlns:mc="http://schemas.openxmlformats.org/markup-compatibility/2006">
              <mc:Choice xmlns:v="urn:schemas-microsoft-com:vml" Requires="v">
                <p:oleObj spid="_x0000_s31953" name="Equation" r:id="rId8" imgW="989965" imgH="190500" progId="Equation.DSMT4">
                  <p:embed/>
                </p:oleObj>
              </mc:Choice>
              <mc:Fallback>
                <p:oleObj name="Equation" r:id="rId8" imgW="989965" imgH="190500"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89150" y="2595563"/>
                        <a:ext cx="3309938"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5"/>
          <p:cNvGraphicFramePr>
            <a:graphicFrameLocks noChangeAspect="1"/>
          </p:cNvGraphicFramePr>
          <p:nvPr/>
        </p:nvGraphicFramePr>
        <p:xfrm>
          <a:off x="5562600" y="2606675"/>
          <a:ext cx="2589213" cy="587375"/>
        </p:xfrm>
        <a:graphic>
          <a:graphicData uri="http://schemas.openxmlformats.org/presentationml/2006/ole">
            <mc:AlternateContent xmlns:mc="http://schemas.openxmlformats.org/markup-compatibility/2006">
              <mc:Choice xmlns:v="urn:schemas-microsoft-com:vml" Requires="v">
                <p:oleObj spid="_x0000_s31954" name="Equation" r:id="rId10" imgW="774065" imgH="190500" progId="Equation.DSMT4">
                  <p:embed/>
                </p:oleObj>
              </mc:Choice>
              <mc:Fallback>
                <p:oleObj name="Equation" r:id="rId10" imgW="774065" imgH="190500" progId="Equation.DSMT4">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562600" y="2606675"/>
                        <a:ext cx="2589213"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7"/>
          <p:cNvGraphicFramePr>
            <a:graphicFrameLocks noChangeAspect="1"/>
          </p:cNvGraphicFramePr>
          <p:nvPr/>
        </p:nvGraphicFramePr>
        <p:xfrm>
          <a:off x="4743450" y="4711700"/>
          <a:ext cx="1839913" cy="600075"/>
        </p:xfrm>
        <a:graphic>
          <a:graphicData uri="http://schemas.openxmlformats.org/presentationml/2006/ole">
            <mc:AlternateContent xmlns:mc="http://schemas.openxmlformats.org/markup-compatibility/2006">
              <mc:Choice xmlns:v="urn:schemas-microsoft-com:vml" Requires="v">
                <p:oleObj spid="_x0000_s31955" name="Equation" r:id="rId12" imgW="494665" imgH="177800" progId="Equation.DSMT4">
                  <p:embed/>
                </p:oleObj>
              </mc:Choice>
              <mc:Fallback>
                <p:oleObj name="Equation" r:id="rId12" imgW="494665" imgH="177800" progId="Equation.DSMT4">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43450" y="4711700"/>
                        <a:ext cx="1839913"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753"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F79546D-8F76-4215-925E-B41564D1169D}" type="datetime10">
              <a:rPr lang="zh-CN" altLang="en-US" sz="1400" smtClean="0">
                <a:latin typeface="Arial" panose="020B0604020202020204" pitchFamily="34" charset="0"/>
              </a:rPr>
              <a:t>09:34</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6628">
                                            <p:txEl>
                                              <p:pRg st="1" end="1"/>
                                            </p:txEl>
                                          </p:spTgt>
                                        </p:tgtEl>
                                        <p:attrNameLst>
                                          <p:attrName>style.visibility</p:attrName>
                                        </p:attrNameLst>
                                      </p:cBhvr>
                                      <p:to>
                                        <p:strVal val="visible"/>
                                      </p:to>
                                    </p:set>
                                    <p:animEffect transition="in" filter="checkerboard(across)">
                                      <p:cBhvr>
                                        <p:cTn id="12" dur="500"/>
                                        <p:tgtEl>
                                          <p:spTgt spid="2662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6628">
                                            <p:txEl>
                                              <p:pRg st="3" end="3"/>
                                            </p:txEl>
                                          </p:spTgt>
                                        </p:tgtEl>
                                        <p:attrNameLst>
                                          <p:attrName>style.visibility</p:attrName>
                                        </p:attrNameLst>
                                      </p:cBhvr>
                                      <p:to>
                                        <p:strVal val="visible"/>
                                      </p:to>
                                    </p:set>
                                    <p:animEffect transition="in" filter="checkerboard(across)">
                                      <p:cBhvr>
                                        <p:cTn id="17" dur="500"/>
                                        <p:tgtEl>
                                          <p:spTgt spid="2662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6626"/>
                                        </p:tgtEl>
                                        <p:attrNameLst>
                                          <p:attrName>style.visibility</p:attrName>
                                        </p:attrNameLst>
                                      </p:cBhvr>
                                      <p:to>
                                        <p:strVal val="visible"/>
                                      </p:to>
                                    </p:set>
                                    <p:animEffect transition="in" filter="checkerboard(across)">
                                      <p:cBhvr>
                                        <p:cTn id="22" dur="500"/>
                                        <p:tgtEl>
                                          <p:spTgt spid="26626"/>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checkerboard(across)">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26628">
                                            <p:txEl>
                                              <p:pRg st="4" end="4"/>
                                            </p:txEl>
                                          </p:spTgt>
                                        </p:tgtEl>
                                        <p:attrNameLst>
                                          <p:attrName>style.visibility</p:attrName>
                                        </p:attrNameLst>
                                      </p:cBhvr>
                                      <p:to>
                                        <p:strVal val="visible"/>
                                      </p:to>
                                    </p:set>
                                    <p:animEffect transition="in" filter="checkerboard(across)">
                                      <p:cBhvr>
                                        <p:cTn id="32" dur="500"/>
                                        <p:tgtEl>
                                          <p:spTgt spid="2662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Rectangle 3"/>
          <p:cNvSpPr txBox="1">
            <a:spLocks noChangeArrowheads="1"/>
          </p:cNvSpPr>
          <p:nvPr/>
        </p:nvSpPr>
        <p:spPr bwMode="auto">
          <a:xfrm>
            <a:off x="0" y="1744663"/>
            <a:ext cx="9906000" cy="4495800"/>
          </a:xfrm>
          <a:prstGeom prst="rect">
            <a:avLst/>
          </a:prstGeom>
          <a:noFill/>
          <a:ln w="9525">
            <a:noFill/>
            <a:miter lim="800000"/>
          </a:ln>
          <a:effectLst/>
        </p:spPr>
        <p:txBody>
          <a:bodyPr/>
          <a:lstStyle/>
          <a:p>
            <a:pPr marL="342900" indent="-342900" algn="just" eaLnBrk="1" hangingPunct="1">
              <a:lnSpc>
                <a:spcPct val="140000"/>
              </a:lnSpc>
              <a:spcBef>
                <a:spcPct val="20000"/>
              </a:spcBef>
              <a:defRPr/>
            </a:pPr>
            <a:r>
              <a:rPr lang="zh-CN" altLang="en-US" sz="2800" b="0" kern="0" dirty="0">
                <a:solidFill>
                  <a:schemeClr val="tx1"/>
                </a:solidFill>
                <a:latin typeface="+mn-lt"/>
                <a:ea typeface="宋体" panose="02010600030101010101" pitchFamily="2" charset="-122"/>
              </a:rPr>
              <a:t>	例. 点</a:t>
            </a:r>
            <a:r>
              <a:rPr lang="en-US" altLang="zh-CN" sz="2800" b="0" kern="0" dirty="0">
                <a:solidFill>
                  <a:schemeClr val="tx1"/>
                </a:solidFill>
                <a:latin typeface="+mn-lt"/>
                <a:ea typeface="宋体" panose="02010600030101010101" pitchFamily="2" charset="-122"/>
              </a:rPr>
              <a:t>P</a:t>
            </a:r>
            <a:r>
              <a:rPr lang="zh-CN" altLang="en-US" sz="2800" b="0" kern="0" dirty="0">
                <a:solidFill>
                  <a:schemeClr val="tx1"/>
                </a:solidFill>
                <a:latin typeface="+mn-lt"/>
                <a:ea typeface="宋体" panose="02010600030101010101" pitchFamily="2" charset="-122"/>
              </a:rPr>
              <a:t>相对点</a:t>
            </a:r>
            <a:r>
              <a:rPr lang="en-US" altLang="zh-CN" sz="2800" b="0" i="1" kern="0" dirty="0">
                <a:solidFill>
                  <a:schemeClr val="tx1"/>
                </a:solidFill>
                <a:latin typeface="+mn-ea"/>
                <a:ea typeface="+mn-ea"/>
              </a:rPr>
              <a:t>O’</a:t>
            </a:r>
            <a:r>
              <a:rPr lang="zh-CN" altLang="en-US" sz="2800" b="0" kern="0" dirty="0">
                <a:solidFill>
                  <a:schemeClr val="tx1"/>
                </a:solidFill>
                <a:latin typeface="+mn-lt"/>
                <a:ea typeface="宋体" panose="02010600030101010101" pitchFamily="2" charset="-122"/>
              </a:rPr>
              <a:t>的旋转变换</a:t>
            </a:r>
          </a:p>
        </p:txBody>
      </p:sp>
      <p:sp>
        <p:nvSpPr>
          <p:cNvPr id="32771"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E4A5AEE-AD96-4A7B-9B74-38872F013011}" type="slidenum">
              <a:rPr lang="zh-CN" altLang="en-US" sz="1400" smtClean="0">
                <a:latin typeface="Arial" panose="020B0604020202020204" pitchFamily="34" charset="0"/>
              </a:rPr>
              <a:t>31</a:t>
            </a:fld>
            <a:endParaRPr lang="en-US" altLang="zh-CN" sz="1400">
              <a:latin typeface="Arial" panose="020B0604020202020204" pitchFamily="34" charset="0"/>
            </a:endParaRPr>
          </a:p>
        </p:txBody>
      </p:sp>
      <p:sp>
        <p:nvSpPr>
          <p:cNvPr id="32772" name="Rectangle 2"/>
          <p:cNvSpPr>
            <a:spLocks noGrp="1" noChangeArrowheads="1"/>
          </p:cNvSpPr>
          <p:nvPr>
            <p:ph type="title"/>
          </p:nvPr>
        </p:nvSpPr>
        <p:spPr>
          <a:xfrm>
            <a:off x="412750" y="846138"/>
            <a:ext cx="8420100" cy="1143000"/>
          </a:xfrm>
        </p:spPr>
        <p:txBody>
          <a:bodyPr/>
          <a:lstStyle/>
          <a:p>
            <a:pPr algn="just" eaLnBrk="1" hangingPunct="1"/>
            <a:r>
              <a:rPr lang="en-US" altLang="zh-CN" sz="3200">
                <a:ea typeface="黑体" panose="02010609060101010101" pitchFamily="49" charset="-122"/>
              </a:rPr>
              <a:t>4.  </a:t>
            </a:r>
            <a:r>
              <a:rPr lang="zh-CN" altLang="en-US" sz="3200">
                <a:ea typeface="黑体" panose="02010609060101010101" pitchFamily="49" charset="-122"/>
              </a:rPr>
              <a:t>相对任一参考点的二维几何变换</a:t>
            </a:r>
          </a:p>
        </p:txBody>
      </p:sp>
      <p:sp>
        <p:nvSpPr>
          <p:cNvPr id="32773" name="Rectangle 4"/>
          <p:cNvSpPr>
            <a:spLocks noChangeArrowheads="1"/>
          </p:cNvSpPr>
          <p:nvPr/>
        </p:nvSpPr>
        <p:spPr bwMode="auto">
          <a:xfrm>
            <a:off x="165100" y="76200"/>
            <a:ext cx="94932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zh-CN" altLang="en-US" sz="4400" b="0" dirty="0">
                <a:solidFill>
                  <a:schemeClr val="accent2"/>
                </a:solidFill>
                <a:latin typeface="Arial" panose="020B0604020202020204" pitchFamily="34" charset="0"/>
                <a:ea typeface="宋体" panose="02010600030101010101" pitchFamily="2" charset="-122"/>
              </a:rPr>
              <a:t>复合变换</a:t>
            </a:r>
          </a:p>
        </p:txBody>
      </p:sp>
      <p:graphicFrame>
        <p:nvGraphicFramePr>
          <p:cNvPr id="32774" name="Object 2"/>
          <p:cNvGraphicFramePr>
            <a:graphicFrameLocks noChangeAspect="1"/>
          </p:cNvGraphicFramePr>
          <p:nvPr/>
        </p:nvGraphicFramePr>
        <p:xfrm>
          <a:off x="4949825" y="2468563"/>
          <a:ext cx="4956175" cy="4389437"/>
        </p:xfrm>
        <a:graphic>
          <a:graphicData uri="http://schemas.openxmlformats.org/presentationml/2006/ole">
            <mc:AlternateContent xmlns:mc="http://schemas.openxmlformats.org/markup-compatibility/2006">
              <mc:Choice xmlns:v="urn:schemas-microsoft-com:vml" Requires="v">
                <p:oleObj spid="_x0000_s32828" name="Visio" r:id="rId4" imgW="2224405" imgH="2125345" progId="Visio.Drawing.11">
                  <p:embed/>
                </p:oleObj>
              </mc:Choice>
              <mc:Fallback>
                <p:oleObj name="Visio" r:id="rId4" imgW="2224405" imgH="2125345" progId="Visio.Drawing.11">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49825" y="2468563"/>
                        <a:ext cx="4956175"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AutoShape 6"/>
          <p:cNvSpPr>
            <a:spLocks noChangeArrowheads="1"/>
          </p:cNvSpPr>
          <p:nvPr/>
        </p:nvSpPr>
        <p:spPr bwMode="auto">
          <a:xfrm>
            <a:off x="6226175" y="1720850"/>
            <a:ext cx="1893888" cy="747713"/>
          </a:xfrm>
          <a:prstGeom prst="wedgeRoundRectCallout">
            <a:avLst>
              <a:gd name="adj1" fmla="val -93625"/>
              <a:gd name="adj2" fmla="val 8252"/>
              <a:gd name="adj3" fmla="val 16667"/>
            </a:avLst>
          </a:prstGeom>
        </p:spPr>
        <p:style>
          <a:lnRef idx="1">
            <a:schemeClr val="accent2"/>
          </a:lnRef>
          <a:fillRef idx="2">
            <a:schemeClr val="accent2"/>
          </a:fillRef>
          <a:effectRef idx="1">
            <a:schemeClr val="accent2"/>
          </a:effectRef>
          <a:fontRef idx="minor">
            <a:schemeClr val="dk1"/>
          </a:fontRef>
        </p:style>
        <p:txBody>
          <a:bodyPr lIns="92075" tIns="46038" rIns="92075" bIns="46038"/>
          <a:lstStyle/>
          <a:p>
            <a:pPr algn="ctr" eaLnBrk="1" hangingPunct="1">
              <a:spcBef>
                <a:spcPct val="50000"/>
              </a:spcBef>
              <a:buClr>
                <a:schemeClr val="accent2"/>
              </a:buClr>
              <a:buSzPct val="80000"/>
              <a:buFont typeface="Wingdings" panose="05000000000000000000" pitchFamily="2" charset="2"/>
              <a:buNone/>
              <a:defRPr/>
            </a:pPr>
            <a:r>
              <a:rPr kumimoji="1" lang="zh-CN" altLang="en-US" b="0">
                <a:latin typeface="宋体" panose="02010600030101010101" pitchFamily="2" charset="-122"/>
                <a:ea typeface="宋体" panose="02010600030101010101" pitchFamily="2" charset="-122"/>
              </a:rPr>
              <a:t>思路？</a:t>
            </a:r>
            <a:endParaRPr kumimoji="1" lang="zh-CN" altLang="en-US" b="0" dirty="0">
              <a:latin typeface="宋体" panose="02010600030101010101" pitchFamily="2" charset="-122"/>
              <a:ea typeface="宋体" panose="02010600030101010101" pitchFamily="2" charset="-122"/>
            </a:endParaRPr>
          </a:p>
        </p:txBody>
      </p:sp>
      <p:sp>
        <p:nvSpPr>
          <p:cNvPr id="32776"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4D7AF2D-F68E-4926-AA40-99E9D5EAA118}" type="datetime10">
              <a:rPr lang="zh-CN" altLang="en-US" sz="1400" smtClean="0">
                <a:latin typeface="Arial" panose="020B0604020202020204" pitchFamily="34" charset="0"/>
              </a:rPr>
              <a:t>09:34</a:t>
            </a:fld>
            <a:endParaRPr lang="en-US" altLang="zh-CN" sz="1400">
              <a:latin typeface="Arial" panose="020B0604020202020204" pitchFamily="34" charset="0"/>
            </a:endParaRPr>
          </a:p>
        </p:txBody>
      </p:sp>
      <p:sp>
        <p:nvSpPr>
          <p:cNvPr id="2" name="文本框 1"/>
          <p:cNvSpPr txBox="1"/>
          <p:nvPr/>
        </p:nvSpPr>
        <p:spPr>
          <a:xfrm>
            <a:off x="495300" y="2923540"/>
            <a:ext cx="4953000" cy="1899285"/>
          </a:xfrm>
          <a:prstGeom prst="rect">
            <a:avLst/>
          </a:prstGeom>
          <a:noFill/>
        </p:spPr>
        <p:txBody>
          <a:bodyPr wrap="square" rtlCol="0" anchor="t">
            <a:spAutoFit/>
          </a:bodyPr>
          <a:lstStyle/>
          <a:p>
            <a:pPr algn="just" eaLnBrk="1" hangingPunct="1">
              <a:lnSpc>
                <a:spcPct val="140000"/>
              </a:lnSpc>
            </a:pPr>
            <a:r>
              <a:rPr lang="zh-CN" altLang="en-US" sz="2800" dirty="0">
                <a:sym typeface="+mn-ea"/>
              </a:rPr>
              <a:t>(1) 将</a:t>
            </a:r>
            <a:r>
              <a:rPr lang="en-US" altLang="zh-CN" sz="2800" dirty="0">
                <a:sym typeface="+mn-ea"/>
              </a:rPr>
              <a:t>O’</a:t>
            </a:r>
            <a:r>
              <a:rPr lang="zh-CN" altLang="en-US" sz="2800" dirty="0">
                <a:sym typeface="+mn-ea"/>
              </a:rPr>
              <a:t>平移至</a:t>
            </a:r>
            <a:r>
              <a:rPr lang="en-US" altLang="zh-CN" sz="2800" dirty="0">
                <a:sym typeface="+mn-ea"/>
              </a:rPr>
              <a:t>O</a:t>
            </a:r>
            <a:r>
              <a:rPr lang="zh-CN" altLang="en-US" sz="2800" dirty="0">
                <a:sym typeface="+mn-ea"/>
              </a:rPr>
              <a:t>点（</a:t>
            </a:r>
            <a:r>
              <a:rPr lang="en-US" altLang="zh-CN" sz="2800" dirty="0">
                <a:sym typeface="+mn-ea"/>
              </a:rPr>
              <a:t>P</a:t>
            </a:r>
            <a:r>
              <a:rPr lang="zh-CN" altLang="en-US" sz="2800" dirty="0">
                <a:sym typeface="+mn-ea"/>
              </a:rPr>
              <a:t>点）</a:t>
            </a:r>
            <a:endParaRPr lang="zh-CN" altLang="en-US" sz="2800" dirty="0">
              <a:latin typeface="Arial" panose="020B0604020202020204" pitchFamily="34" charset="0"/>
            </a:endParaRPr>
          </a:p>
          <a:p>
            <a:pPr algn="just" eaLnBrk="1" hangingPunct="1">
              <a:lnSpc>
                <a:spcPct val="140000"/>
              </a:lnSpc>
            </a:pPr>
            <a:r>
              <a:rPr lang="zh-CN" altLang="en-US" sz="2800" dirty="0">
                <a:sym typeface="+mn-ea"/>
              </a:rPr>
              <a:t>(2) 对原点</a:t>
            </a:r>
            <a:r>
              <a:rPr lang="en-US" altLang="zh-CN" sz="2800" dirty="0">
                <a:sym typeface="+mn-ea"/>
              </a:rPr>
              <a:t>O</a:t>
            </a:r>
            <a:r>
              <a:rPr lang="zh-CN" altLang="en-US" sz="2800" dirty="0">
                <a:sym typeface="+mn-ea"/>
              </a:rPr>
              <a:t>进行几何变换</a:t>
            </a:r>
            <a:endParaRPr lang="zh-CN" altLang="en-US" sz="2800" dirty="0">
              <a:latin typeface="Arial" panose="020B0604020202020204" pitchFamily="34" charset="0"/>
            </a:endParaRPr>
          </a:p>
          <a:p>
            <a:pPr algn="just" eaLnBrk="1" hangingPunct="1">
              <a:lnSpc>
                <a:spcPct val="140000"/>
              </a:lnSpc>
            </a:pPr>
            <a:r>
              <a:rPr lang="zh-CN" altLang="en-US" sz="2800" dirty="0">
                <a:sym typeface="+mn-ea"/>
              </a:rPr>
              <a:t>(3) 将</a:t>
            </a:r>
            <a:r>
              <a:rPr lang="en-US" altLang="zh-CN" sz="2800" dirty="0">
                <a:sym typeface="+mn-ea"/>
              </a:rPr>
              <a:t>O</a:t>
            </a:r>
            <a:r>
              <a:rPr lang="zh-CN" altLang="en-US" sz="2800" dirty="0">
                <a:sym typeface="+mn-ea"/>
              </a:rPr>
              <a:t>点反平移回</a:t>
            </a:r>
            <a:r>
              <a:rPr lang="en-US" altLang="zh-CN" sz="2800" dirty="0">
                <a:sym typeface="+mn-ea"/>
              </a:rPr>
              <a:t>O‘</a:t>
            </a:r>
            <a:r>
              <a:rPr lang="zh-CN" altLang="en-US" sz="2800" dirty="0">
                <a:sym typeface="+mn-ea"/>
              </a:rPr>
              <a:t>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329883" y="1776045"/>
            <a:ext cx="9328150" cy="3874819"/>
          </a:xfrm>
          <a:prstGeom prst="rect">
            <a:avLst/>
          </a:prstGeom>
          <a:noFill/>
          <a:ln w="9525">
            <a:noFill/>
            <a:miter lim="800000"/>
          </a:ln>
          <a:effectLst/>
        </p:spPr>
        <p:txBody>
          <a:bodyPr/>
          <a:lstStyle/>
          <a:p>
            <a:pPr marL="342900" indent="-342900" algn="just" eaLnBrk="1" hangingPunct="1">
              <a:lnSpc>
                <a:spcPct val="160000"/>
              </a:lnSpc>
              <a:spcBef>
                <a:spcPct val="20000"/>
              </a:spcBef>
              <a:defRPr/>
            </a:pPr>
            <a:r>
              <a:rPr lang="zh-CN" altLang="en-US" sz="2800" b="0" kern="0" dirty="0">
                <a:solidFill>
                  <a:schemeClr val="tx1"/>
                </a:solidFill>
                <a:latin typeface="+mn-lt"/>
                <a:ea typeface="宋体" panose="02010600030101010101" pitchFamily="2" charset="-122"/>
              </a:rPr>
              <a:t>	例. 相对直线</a:t>
            </a:r>
            <a:r>
              <a:rPr lang="en-US" altLang="zh-CN" sz="2800" b="0" i="1" kern="0" dirty="0">
                <a:solidFill>
                  <a:schemeClr val="tx1"/>
                </a:solidFill>
                <a:latin typeface="+mn-lt"/>
                <a:ea typeface="宋体" panose="02010600030101010101" pitchFamily="2" charset="-122"/>
              </a:rPr>
              <a:t>l</a:t>
            </a:r>
            <a:r>
              <a:rPr lang="zh-CN" altLang="en-US" sz="2800" b="0" kern="0" dirty="0">
                <a:solidFill>
                  <a:schemeClr val="tx1"/>
                </a:solidFill>
                <a:latin typeface="+mn-lt"/>
                <a:ea typeface="宋体" panose="02010600030101010101" pitchFamily="2" charset="-122"/>
              </a:rPr>
              <a:t>的对称变换</a:t>
            </a:r>
          </a:p>
        </p:txBody>
      </p:sp>
      <p:sp>
        <p:nvSpPr>
          <p:cNvPr id="34819"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3EF98B3-91B1-4D4C-807C-DE1BAB285F39}" type="slidenum">
              <a:rPr lang="zh-CN" altLang="en-US" sz="1400" smtClean="0">
                <a:latin typeface="Arial" panose="020B0604020202020204" pitchFamily="34" charset="0"/>
              </a:rPr>
              <a:t>32</a:t>
            </a:fld>
            <a:endParaRPr lang="en-US" altLang="zh-CN" sz="1400">
              <a:latin typeface="Arial" panose="020B0604020202020204" pitchFamily="34" charset="0"/>
            </a:endParaRPr>
          </a:p>
        </p:txBody>
      </p:sp>
      <p:sp>
        <p:nvSpPr>
          <p:cNvPr id="34820" name="Rectangle 2"/>
          <p:cNvSpPr>
            <a:spLocks noGrp="1" noChangeArrowheads="1"/>
          </p:cNvSpPr>
          <p:nvPr>
            <p:ph type="title"/>
          </p:nvPr>
        </p:nvSpPr>
        <p:spPr>
          <a:xfrm>
            <a:off x="412750" y="787400"/>
            <a:ext cx="8420100" cy="1143000"/>
          </a:xfrm>
        </p:spPr>
        <p:txBody>
          <a:bodyPr/>
          <a:lstStyle/>
          <a:p>
            <a:pPr algn="just" eaLnBrk="1" hangingPunct="1"/>
            <a:r>
              <a:rPr lang="en-US" altLang="zh-CN" sz="3200">
                <a:ea typeface="黑体" panose="02010609060101010101" pitchFamily="49" charset="-122"/>
              </a:rPr>
              <a:t>5.  </a:t>
            </a:r>
            <a:r>
              <a:rPr lang="zh-CN" altLang="en-US" sz="3200">
                <a:ea typeface="黑体" panose="02010609060101010101" pitchFamily="49" charset="-122"/>
              </a:rPr>
              <a:t>相对任意方向的二维几何变换</a:t>
            </a:r>
          </a:p>
        </p:txBody>
      </p:sp>
      <p:sp>
        <p:nvSpPr>
          <p:cNvPr id="34821" name="Rectangle 4"/>
          <p:cNvSpPr>
            <a:spLocks noChangeArrowheads="1"/>
          </p:cNvSpPr>
          <p:nvPr/>
        </p:nvSpPr>
        <p:spPr bwMode="auto">
          <a:xfrm>
            <a:off x="165100" y="76200"/>
            <a:ext cx="94932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zh-CN" altLang="en-US" sz="4400" b="0" dirty="0">
                <a:solidFill>
                  <a:schemeClr val="accent2"/>
                </a:solidFill>
                <a:latin typeface="Arial" panose="020B0604020202020204" pitchFamily="34" charset="0"/>
                <a:ea typeface="宋体" panose="02010600030101010101" pitchFamily="2" charset="-122"/>
              </a:rPr>
              <a:t>复合变换</a:t>
            </a:r>
          </a:p>
        </p:txBody>
      </p:sp>
      <p:graphicFrame>
        <p:nvGraphicFramePr>
          <p:cNvPr id="34822" name="Object 2"/>
          <p:cNvGraphicFramePr>
            <a:graphicFrameLocks noChangeAspect="1"/>
          </p:cNvGraphicFramePr>
          <p:nvPr/>
        </p:nvGraphicFramePr>
        <p:xfrm>
          <a:off x="5627688" y="3070225"/>
          <a:ext cx="4044950" cy="3652838"/>
        </p:xfrm>
        <a:graphic>
          <a:graphicData uri="http://schemas.openxmlformats.org/presentationml/2006/ole">
            <mc:AlternateContent xmlns:mc="http://schemas.openxmlformats.org/markup-compatibility/2006">
              <mc:Choice xmlns:v="urn:schemas-microsoft-com:vml" Requires="v">
                <p:oleObj spid="_x0000_s34875" name="Visio" r:id="rId4" imgW="1680210" imgH="1548765" progId="Visio.Drawing.11">
                  <p:embed/>
                </p:oleObj>
              </mc:Choice>
              <mc:Fallback>
                <p:oleObj name="Visio" r:id="rId4" imgW="1680210" imgH="1548765" progId="Visio.Drawing.11">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27688" y="3070225"/>
                        <a:ext cx="4044950" cy="3652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823"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FFF024B-FFDE-40F1-A012-3AB619D93A18}" type="datetime10">
              <a:rPr lang="zh-CN" altLang="en-US" sz="1400" smtClean="0">
                <a:latin typeface="Arial" panose="020B0604020202020204" pitchFamily="34" charset="0"/>
              </a:rPr>
              <a:t>09:34</a:t>
            </a:fld>
            <a:endParaRPr lang="en-US" altLang="zh-CN" sz="1400">
              <a:latin typeface="Arial" panose="020B0604020202020204" pitchFamily="34" charset="0"/>
            </a:endParaRPr>
          </a:p>
        </p:txBody>
      </p:sp>
      <p:sp>
        <p:nvSpPr>
          <p:cNvPr id="2" name="文本框 1"/>
          <p:cNvSpPr txBox="1"/>
          <p:nvPr/>
        </p:nvSpPr>
        <p:spPr>
          <a:xfrm>
            <a:off x="412750" y="2969260"/>
            <a:ext cx="5695950" cy="1383665"/>
          </a:xfrm>
          <a:prstGeom prst="rect">
            <a:avLst/>
          </a:prstGeom>
          <a:noFill/>
        </p:spPr>
        <p:txBody>
          <a:bodyPr wrap="square" rtlCol="0" anchor="t">
            <a:spAutoFit/>
          </a:bodyPr>
          <a:lstStyle/>
          <a:p>
            <a:pPr algn="just" eaLnBrk="1" hangingPunct="1"/>
            <a:r>
              <a:rPr lang="zh-CN" altLang="en-US" sz="2800" dirty="0">
                <a:sym typeface="+mn-ea"/>
              </a:rPr>
              <a:t>(1) 旋转直线与特殊对称轴重合</a:t>
            </a:r>
            <a:endParaRPr lang="zh-CN" altLang="en-US" sz="2800" dirty="0">
              <a:latin typeface="Arial" panose="020B0604020202020204" pitchFamily="34" charset="0"/>
            </a:endParaRPr>
          </a:p>
          <a:p>
            <a:pPr algn="just" eaLnBrk="1" hangingPunct="1"/>
            <a:r>
              <a:rPr lang="zh-CN" altLang="en-US" sz="2800" dirty="0">
                <a:sym typeface="+mn-ea"/>
              </a:rPr>
              <a:t>(2) 针对对称轴进行二维几何变换；</a:t>
            </a:r>
            <a:endParaRPr lang="zh-CN" altLang="en-US" sz="2800" dirty="0">
              <a:latin typeface="Arial" panose="020B0604020202020204" pitchFamily="34" charset="0"/>
            </a:endParaRPr>
          </a:p>
          <a:p>
            <a:pPr algn="just" eaLnBrk="1" hangingPunct="1"/>
            <a:r>
              <a:rPr lang="zh-CN" altLang="en-US" sz="2800" dirty="0">
                <a:sym typeface="+mn-ea"/>
              </a:rPr>
              <a:t>(3) 反向旋转</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E628C9D-A595-4AE7-96F3-61A921F7F998}" type="slidenum">
              <a:rPr lang="zh-CN" altLang="en-US" sz="1400" smtClean="0">
                <a:latin typeface="Arial" panose="020B0604020202020204" pitchFamily="34" charset="0"/>
              </a:rPr>
              <a:t>33</a:t>
            </a:fld>
            <a:endParaRPr lang="en-US" altLang="zh-CN" sz="1400">
              <a:latin typeface="Arial" panose="020B0604020202020204" pitchFamily="34" charset="0"/>
            </a:endParaRPr>
          </a:p>
        </p:txBody>
      </p:sp>
      <p:sp>
        <p:nvSpPr>
          <p:cNvPr id="36867" name="Rectangle 2"/>
          <p:cNvSpPr>
            <a:spLocks noGrp="1" noChangeArrowheads="1"/>
          </p:cNvSpPr>
          <p:nvPr>
            <p:ph type="body" idx="1"/>
          </p:nvPr>
        </p:nvSpPr>
        <p:spPr>
          <a:xfrm>
            <a:off x="0" y="1008063"/>
            <a:ext cx="9658350" cy="2971800"/>
          </a:xfrm>
        </p:spPr>
        <p:txBody>
          <a:bodyPr/>
          <a:lstStyle/>
          <a:p>
            <a:pPr algn="just" eaLnBrk="1" hangingPunct="1">
              <a:lnSpc>
                <a:spcPct val="150000"/>
              </a:lnSpc>
              <a:buFontTx/>
              <a:buNone/>
            </a:pPr>
            <a:r>
              <a:rPr lang="zh-CN" altLang="en-US" sz="2800">
                <a:ea typeface="宋体" panose="02010600030101010101" pitchFamily="2" charset="-122"/>
              </a:rPr>
              <a:t>	例. 将正方形</a:t>
            </a:r>
            <a:r>
              <a:rPr lang="en-US" altLang="zh-CN" sz="2800">
                <a:ea typeface="宋体" panose="02010600030101010101" pitchFamily="2" charset="-122"/>
              </a:rPr>
              <a:t>ABCO</a:t>
            </a:r>
            <a:r>
              <a:rPr lang="zh-CN" altLang="en-US" sz="2800">
                <a:ea typeface="宋体" panose="02010600030101010101" pitchFamily="2" charset="-122"/>
              </a:rPr>
              <a:t>各点沿图6-8所示的(0,0)→(1,1)方向进行拉伸，结果为如图所示的，写出其变换矩阵和变换过程。</a:t>
            </a:r>
          </a:p>
        </p:txBody>
      </p:sp>
      <p:graphicFrame>
        <p:nvGraphicFramePr>
          <p:cNvPr id="36868" name="Object 2"/>
          <p:cNvGraphicFramePr>
            <a:graphicFrameLocks noChangeAspect="1"/>
          </p:cNvGraphicFramePr>
          <p:nvPr/>
        </p:nvGraphicFramePr>
        <p:xfrm>
          <a:off x="3714750" y="2503488"/>
          <a:ext cx="4681538" cy="3903662"/>
        </p:xfrm>
        <a:graphic>
          <a:graphicData uri="http://schemas.openxmlformats.org/presentationml/2006/ole">
            <mc:AlternateContent xmlns:mc="http://schemas.openxmlformats.org/markup-compatibility/2006">
              <mc:Choice xmlns:v="urn:schemas-microsoft-com:vml" Requires="v">
                <p:oleObj spid="_x0000_s36922" name="Visio" r:id="rId4" imgW="2700020" imgH="2440940" progId="Visio.Drawing.11">
                  <p:embed/>
                </p:oleObj>
              </mc:Choice>
              <mc:Fallback>
                <p:oleObj name="Visio" r:id="rId4" imgW="2700020" imgH="2440940" progId="Visio.Drawing.11">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14750" y="2503488"/>
                        <a:ext cx="4681538" cy="3903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6869" name="Rectangle 4"/>
          <p:cNvSpPr>
            <a:spLocks noGrp="1" noChangeArrowheads="1"/>
          </p:cNvSpPr>
          <p:nvPr>
            <p:ph type="title"/>
          </p:nvPr>
        </p:nvSpPr>
        <p:spPr/>
        <p:txBody>
          <a:bodyPr/>
          <a:lstStyle/>
          <a:p>
            <a:pPr eaLnBrk="1" hangingPunct="1"/>
            <a:r>
              <a:rPr lang="zh-CN" altLang="en-US" dirty="0">
                <a:ea typeface="宋体" panose="02010600030101010101" pitchFamily="2" charset="-122"/>
              </a:rPr>
              <a:t>复合变换</a:t>
            </a:r>
          </a:p>
        </p:txBody>
      </p:sp>
      <p:sp>
        <p:nvSpPr>
          <p:cNvPr id="36870"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9337C88-ED75-4892-9305-2D42BCD6B008}" type="datetime10">
              <a:rPr lang="zh-CN" altLang="en-US" sz="1400" smtClean="0">
                <a:latin typeface="Arial" panose="020B0604020202020204" pitchFamily="34" charset="0"/>
              </a:rPr>
              <a:t>09:34</a:t>
            </a:fld>
            <a:endParaRPr lang="en-US" altLang="zh-CN" sz="1400">
              <a:latin typeface="Arial" panose="020B0604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p:cNvSpPr>
            <a:spLocks noGrp="1" noChangeArrowheads="1"/>
          </p:cNvSpPr>
          <p:nvPr>
            <p:ph type="body" idx="1"/>
          </p:nvPr>
        </p:nvSpPr>
        <p:spPr>
          <a:xfrm>
            <a:off x="171450" y="1100138"/>
            <a:ext cx="9493250" cy="750887"/>
          </a:xfrm>
        </p:spPr>
        <p:txBody>
          <a:bodyPr/>
          <a:lstStyle/>
          <a:p>
            <a:pPr eaLnBrk="1" hangingPunct="1"/>
            <a:r>
              <a:rPr lang="en-US" altLang="zh-CN">
                <a:ea typeface="宋体" panose="02010600030101010101" pitchFamily="2" charset="-122"/>
              </a:rPr>
              <a:t>Example:</a:t>
            </a:r>
          </a:p>
        </p:txBody>
      </p:sp>
      <p:sp>
        <p:nvSpPr>
          <p:cNvPr id="38915"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DD49068-4FB6-4F6A-836F-75586274B7E4}" type="slidenum">
              <a:rPr lang="zh-CN" altLang="en-US" sz="1400" smtClean="0">
                <a:latin typeface="Arial" panose="020B0604020202020204" pitchFamily="34" charset="0"/>
              </a:rPr>
              <a:t>34</a:t>
            </a:fld>
            <a:endParaRPr lang="en-US" altLang="zh-CN" sz="1400">
              <a:latin typeface="Arial" panose="020B0604020202020204" pitchFamily="34" charset="0"/>
            </a:endParaRPr>
          </a:p>
        </p:txBody>
      </p:sp>
      <p:sp>
        <p:nvSpPr>
          <p:cNvPr id="38916"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复合变换</a:t>
            </a:r>
          </a:p>
        </p:txBody>
      </p:sp>
      <p:grpSp>
        <p:nvGrpSpPr>
          <p:cNvPr id="38917" name="组合 21"/>
          <p:cNvGrpSpPr/>
          <p:nvPr/>
        </p:nvGrpSpPr>
        <p:grpSpPr bwMode="auto">
          <a:xfrm>
            <a:off x="3357563" y="1368425"/>
            <a:ext cx="2198687" cy="1938338"/>
            <a:chOff x="1012824" y="2090738"/>
            <a:chExt cx="1371601" cy="1066800"/>
          </a:xfrm>
        </p:grpSpPr>
        <p:sp>
          <p:nvSpPr>
            <p:cNvPr id="38935" name="Line 4"/>
            <p:cNvSpPr>
              <a:spLocks noChangeShapeType="1"/>
            </p:cNvSpPr>
            <p:nvPr/>
          </p:nvSpPr>
          <p:spPr bwMode="auto">
            <a:xfrm>
              <a:off x="1012825" y="3157538"/>
              <a:ext cx="1371600"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36" name="Line 5"/>
            <p:cNvSpPr>
              <a:spLocks noChangeShapeType="1"/>
            </p:cNvSpPr>
            <p:nvPr/>
          </p:nvSpPr>
          <p:spPr bwMode="auto">
            <a:xfrm flipV="1">
              <a:off x="1012825" y="2090738"/>
              <a:ext cx="0" cy="10668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37" name="Rectangle 6"/>
            <p:cNvSpPr>
              <a:spLocks noChangeArrowheads="1"/>
            </p:cNvSpPr>
            <p:nvPr/>
          </p:nvSpPr>
          <p:spPr bwMode="auto">
            <a:xfrm>
              <a:off x="1012824" y="2654104"/>
              <a:ext cx="495497" cy="503434"/>
            </a:xfrm>
            <a:prstGeom prst="rect">
              <a:avLst/>
            </a:prstGeom>
            <a:solidFill>
              <a:schemeClr val="accent1"/>
            </a:solidFill>
            <a:ln w="12700">
              <a:solidFill>
                <a:schemeClr val="tx1"/>
              </a:solidFill>
              <a:miter lim="800000"/>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endParaRPr lang="zh-CN" altLang="en-US">
                <a:solidFill>
                  <a:schemeClr val="accent2"/>
                </a:solidFill>
                <a:latin typeface="Arial" panose="020B0604020202020204" pitchFamily="34" charset="0"/>
              </a:endParaRPr>
            </a:p>
          </p:txBody>
        </p:sp>
        <p:sp>
          <p:nvSpPr>
            <p:cNvPr id="38938" name="Line 7"/>
            <p:cNvSpPr>
              <a:spLocks noChangeShapeType="1"/>
            </p:cNvSpPr>
            <p:nvPr/>
          </p:nvSpPr>
          <p:spPr bwMode="auto">
            <a:xfrm flipV="1">
              <a:off x="1012825" y="2330468"/>
              <a:ext cx="821489" cy="82707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 name="组合 18"/>
          <p:cNvGrpSpPr/>
          <p:nvPr/>
        </p:nvGrpSpPr>
        <p:grpSpPr bwMode="auto">
          <a:xfrm>
            <a:off x="6705600" y="1477963"/>
            <a:ext cx="2014538" cy="1879600"/>
            <a:chOff x="3700463" y="2079625"/>
            <a:chExt cx="1371600" cy="1337349"/>
          </a:xfrm>
        </p:grpSpPr>
        <p:sp>
          <p:nvSpPr>
            <p:cNvPr id="38932" name="Line 8"/>
            <p:cNvSpPr>
              <a:spLocks noChangeShapeType="1"/>
            </p:cNvSpPr>
            <p:nvPr/>
          </p:nvSpPr>
          <p:spPr bwMode="auto">
            <a:xfrm>
              <a:off x="3700463" y="3146425"/>
              <a:ext cx="1371600"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33" name="Line 9"/>
            <p:cNvSpPr>
              <a:spLocks noChangeShapeType="1"/>
            </p:cNvSpPr>
            <p:nvPr/>
          </p:nvSpPr>
          <p:spPr bwMode="auto">
            <a:xfrm flipV="1">
              <a:off x="3700463" y="2079625"/>
              <a:ext cx="0" cy="10668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34" name="Freeform 10"/>
            <p:cNvSpPr/>
            <p:nvPr/>
          </p:nvSpPr>
          <p:spPr bwMode="auto">
            <a:xfrm rot="2632235">
              <a:off x="3803931" y="2887761"/>
              <a:ext cx="537734" cy="529213"/>
            </a:xfrm>
            <a:custGeom>
              <a:avLst/>
              <a:gdLst>
                <a:gd name="T0" fmla="*/ 0 w 240"/>
                <a:gd name="T1" fmla="*/ 2147483646 h 240"/>
                <a:gd name="T2" fmla="*/ 0 w 240"/>
                <a:gd name="T3" fmla="*/ 0 h 240"/>
                <a:gd name="T4" fmla="*/ 2147483646 w 240"/>
                <a:gd name="T5" fmla="*/ 0 h 240"/>
                <a:gd name="T6" fmla="*/ 2147483646 w 240"/>
                <a:gd name="T7" fmla="*/ 2147483646 h 240"/>
                <a:gd name="T8" fmla="*/ 0 w 240"/>
                <a:gd name="T9" fmla="*/ 2147483646 h 240"/>
                <a:gd name="T10" fmla="*/ 0 60000 65536"/>
                <a:gd name="T11" fmla="*/ 0 60000 65536"/>
                <a:gd name="T12" fmla="*/ 0 60000 65536"/>
                <a:gd name="T13" fmla="*/ 0 60000 65536"/>
                <a:gd name="T14" fmla="*/ 0 60000 65536"/>
                <a:gd name="T15" fmla="*/ 0 w 240"/>
                <a:gd name="T16" fmla="*/ 0 h 240"/>
                <a:gd name="T17" fmla="*/ 240 w 240"/>
                <a:gd name="T18" fmla="*/ 240 h 240"/>
              </a:gdLst>
              <a:ahLst/>
              <a:cxnLst>
                <a:cxn ang="T10">
                  <a:pos x="T0" y="T1"/>
                </a:cxn>
                <a:cxn ang="T11">
                  <a:pos x="T2" y="T3"/>
                </a:cxn>
                <a:cxn ang="T12">
                  <a:pos x="T4" y="T5"/>
                </a:cxn>
                <a:cxn ang="T13">
                  <a:pos x="T6" y="T7"/>
                </a:cxn>
                <a:cxn ang="T14">
                  <a:pos x="T8" y="T9"/>
                </a:cxn>
              </a:cxnLst>
              <a:rect l="T15" t="T16" r="T17" b="T18"/>
              <a:pathLst>
                <a:path w="240" h="240">
                  <a:moveTo>
                    <a:pt x="0" y="240"/>
                  </a:moveTo>
                  <a:lnTo>
                    <a:pt x="0" y="0"/>
                  </a:lnTo>
                  <a:lnTo>
                    <a:pt x="240" y="0"/>
                  </a:lnTo>
                  <a:lnTo>
                    <a:pt x="240" y="240"/>
                  </a:lnTo>
                  <a:lnTo>
                    <a:pt x="0" y="240"/>
                  </a:lnTo>
                  <a:close/>
                </a:path>
              </a:pathLst>
            </a:custGeom>
            <a:solidFill>
              <a:schemeClr val="accent1"/>
            </a:solidFill>
            <a:ln w="12700">
              <a:solidFill>
                <a:schemeClr val="tx1"/>
              </a:solidFill>
              <a:round/>
            </a:ln>
          </p:spPr>
          <p:txBody>
            <a:bodyPr wrap="none" anchor="ctr"/>
            <a:lstStyle/>
            <a:p>
              <a:endParaRPr lang="zh-CN" altLang="en-US"/>
            </a:p>
          </p:txBody>
        </p:sp>
      </p:grpSp>
      <p:grpSp>
        <p:nvGrpSpPr>
          <p:cNvPr id="4" name="组合 20"/>
          <p:cNvGrpSpPr/>
          <p:nvPr/>
        </p:nvGrpSpPr>
        <p:grpSpPr bwMode="auto">
          <a:xfrm>
            <a:off x="6532563" y="4216400"/>
            <a:ext cx="2144712" cy="1839913"/>
            <a:chOff x="3540290" y="4125913"/>
            <a:chExt cx="1531773" cy="1066800"/>
          </a:xfrm>
        </p:grpSpPr>
        <p:sp>
          <p:nvSpPr>
            <p:cNvPr id="38928" name="Line 13"/>
            <p:cNvSpPr>
              <a:spLocks noChangeShapeType="1"/>
            </p:cNvSpPr>
            <p:nvPr/>
          </p:nvSpPr>
          <p:spPr bwMode="auto">
            <a:xfrm>
              <a:off x="3700463" y="5192713"/>
              <a:ext cx="1371600"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29" name="Line 14"/>
            <p:cNvSpPr>
              <a:spLocks noChangeShapeType="1"/>
            </p:cNvSpPr>
            <p:nvPr/>
          </p:nvSpPr>
          <p:spPr bwMode="auto">
            <a:xfrm flipV="1">
              <a:off x="3700463" y="4125913"/>
              <a:ext cx="0" cy="10668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30" name="Freeform 15"/>
            <p:cNvSpPr/>
            <p:nvPr/>
          </p:nvSpPr>
          <p:spPr bwMode="auto">
            <a:xfrm rot="-2572734">
              <a:off x="3540290" y="4614225"/>
              <a:ext cx="1066800" cy="533400"/>
            </a:xfrm>
            <a:custGeom>
              <a:avLst/>
              <a:gdLst>
                <a:gd name="T0" fmla="*/ 0 w 672"/>
                <a:gd name="T1" fmla="*/ 2147483646 h 336"/>
                <a:gd name="T2" fmla="*/ 2147483646 w 672"/>
                <a:gd name="T3" fmla="*/ 0 h 336"/>
                <a:gd name="T4" fmla="*/ 2147483646 w 672"/>
                <a:gd name="T5" fmla="*/ 2147483646 h 336"/>
                <a:gd name="T6" fmla="*/ 2147483646 w 672"/>
                <a:gd name="T7" fmla="*/ 2147483646 h 336"/>
                <a:gd name="T8" fmla="*/ 0 w 672"/>
                <a:gd name="T9" fmla="*/ 2147483646 h 336"/>
                <a:gd name="T10" fmla="*/ 0 60000 65536"/>
                <a:gd name="T11" fmla="*/ 0 60000 65536"/>
                <a:gd name="T12" fmla="*/ 0 60000 65536"/>
                <a:gd name="T13" fmla="*/ 0 60000 65536"/>
                <a:gd name="T14" fmla="*/ 0 60000 65536"/>
                <a:gd name="T15" fmla="*/ 0 w 672"/>
                <a:gd name="T16" fmla="*/ 0 h 336"/>
                <a:gd name="T17" fmla="*/ 672 w 672"/>
                <a:gd name="T18" fmla="*/ 336 h 336"/>
              </a:gdLst>
              <a:ahLst/>
              <a:cxnLst>
                <a:cxn ang="T10">
                  <a:pos x="T0" y="T1"/>
                </a:cxn>
                <a:cxn ang="T11">
                  <a:pos x="T2" y="T3"/>
                </a:cxn>
                <a:cxn ang="T12">
                  <a:pos x="T4" y="T5"/>
                </a:cxn>
                <a:cxn ang="T13">
                  <a:pos x="T6" y="T7"/>
                </a:cxn>
                <a:cxn ang="T14">
                  <a:pos x="T8" y="T9"/>
                </a:cxn>
              </a:cxnLst>
              <a:rect l="T15" t="T16" r="T17" b="T18"/>
              <a:pathLst>
                <a:path w="672" h="336">
                  <a:moveTo>
                    <a:pt x="0" y="192"/>
                  </a:moveTo>
                  <a:lnTo>
                    <a:pt x="336" y="0"/>
                  </a:lnTo>
                  <a:lnTo>
                    <a:pt x="672" y="192"/>
                  </a:lnTo>
                  <a:lnTo>
                    <a:pt x="336" y="336"/>
                  </a:lnTo>
                  <a:lnTo>
                    <a:pt x="0" y="192"/>
                  </a:lnTo>
                  <a:close/>
                </a:path>
              </a:pathLst>
            </a:custGeom>
            <a:solidFill>
              <a:schemeClr val="accent1"/>
            </a:solidFill>
            <a:ln w="12700">
              <a:solidFill>
                <a:schemeClr val="tx1"/>
              </a:solidFill>
              <a:round/>
            </a:ln>
          </p:spPr>
          <p:txBody>
            <a:bodyPr wrap="none" anchor="ctr"/>
            <a:lstStyle/>
            <a:p>
              <a:endParaRPr lang="zh-CN" altLang="en-US"/>
            </a:p>
          </p:txBody>
        </p:sp>
        <p:sp>
          <p:nvSpPr>
            <p:cNvPr id="38931" name="Line 16"/>
            <p:cNvSpPr>
              <a:spLocks noChangeShapeType="1"/>
            </p:cNvSpPr>
            <p:nvPr/>
          </p:nvSpPr>
          <p:spPr bwMode="auto">
            <a:xfrm flipV="1">
              <a:off x="3700462" y="4353160"/>
              <a:ext cx="1130636" cy="839552"/>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5" name="组合 19"/>
          <p:cNvGrpSpPr/>
          <p:nvPr/>
        </p:nvGrpSpPr>
        <p:grpSpPr bwMode="auto">
          <a:xfrm>
            <a:off x="3357563" y="4159250"/>
            <a:ext cx="2016125" cy="2001838"/>
            <a:chOff x="1009650" y="3806180"/>
            <a:chExt cx="1371600" cy="1581795"/>
          </a:xfrm>
        </p:grpSpPr>
        <p:sp>
          <p:nvSpPr>
            <p:cNvPr id="38925" name="Line 11"/>
            <p:cNvSpPr>
              <a:spLocks noChangeShapeType="1"/>
            </p:cNvSpPr>
            <p:nvPr/>
          </p:nvSpPr>
          <p:spPr bwMode="auto">
            <a:xfrm flipV="1">
              <a:off x="1012824" y="3806180"/>
              <a:ext cx="31103" cy="1353196"/>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26" name="Freeform 12"/>
            <p:cNvSpPr/>
            <p:nvPr/>
          </p:nvSpPr>
          <p:spPr bwMode="auto">
            <a:xfrm>
              <a:off x="1012825" y="4854575"/>
              <a:ext cx="1066800" cy="533400"/>
            </a:xfrm>
            <a:custGeom>
              <a:avLst/>
              <a:gdLst>
                <a:gd name="T0" fmla="*/ 0 w 672"/>
                <a:gd name="T1" fmla="*/ 2147483646 h 336"/>
                <a:gd name="T2" fmla="*/ 2147483646 w 672"/>
                <a:gd name="T3" fmla="*/ 0 h 336"/>
                <a:gd name="T4" fmla="*/ 2147483646 w 672"/>
                <a:gd name="T5" fmla="*/ 2147483646 h 336"/>
                <a:gd name="T6" fmla="*/ 2147483646 w 672"/>
                <a:gd name="T7" fmla="*/ 2147483646 h 336"/>
                <a:gd name="T8" fmla="*/ 0 w 672"/>
                <a:gd name="T9" fmla="*/ 2147483646 h 336"/>
                <a:gd name="T10" fmla="*/ 0 60000 65536"/>
                <a:gd name="T11" fmla="*/ 0 60000 65536"/>
                <a:gd name="T12" fmla="*/ 0 60000 65536"/>
                <a:gd name="T13" fmla="*/ 0 60000 65536"/>
                <a:gd name="T14" fmla="*/ 0 60000 65536"/>
                <a:gd name="T15" fmla="*/ 0 w 672"/>
                <a:gd name="T16" fmla="*/ 0 h 336"/>
                <a:gd name="T17" fmla="*/ 672 w 672"/>
                <a:gd name="T18" fmla="*/ 336 h 336"/>
              </a:gdLst>
              <a:ahLst/>
              <a:cxnLst>
                <a:cxn ang="T10">
                  <a:pos x="T0" y="T1"/>
                </a:cxn>
                <a:cxn ang="T11">
                  <a:pos x="T2" y="T3"/>
                </a:cxn>
                <a:cxn ang="T12">
                  <a:pos x="T4" y="T5"/>
                </a:cxn>
                <a:cxn ang="T13">
                  <a:pos x="T6" y="T7"/>
                </a:cxn>
                <a:cxn ang="T14">
                  <a:pos x="T8" y="T9"/>
                </a:cxn>
              </a:cxnLst>
              <a:rect l="T15" t="T16" r="T17" b="T18"/>
              <a:pathLst>
                <a:path w="672" h="336">
                  <a:moveTo>
                    <a:pt x="0" y="192"/>
                  </a:moveTo>
                  <a:lnTo>
                    <a:pt x="336" y="0"/>
                  </a:lnTo>
                  <a:lnTo>
                    <a:pt x="672" y="192"/>
                  </a:lnTo>
                  <a:lnTo>
                    <a:pt x="336" y="336"/>
                  </a:lnTo>
                  <a:lnTo>
                    <a:pt x="0" y="192"/>
                  </a:lnTo>
                  <a:close/>
                </a:path>
              </a:pathLst>
            </a:custGeom>
            <a:solidFill>
              <a:schemeClr val="accent1"/>
            </a:solidFill>
            <a:ln w="12700">
              <a:solidFill>
                <a:schemeClr val="tx1"/>
              </a:solidFill>
              <a:round/>
            </a:ln>
          </p:spPr>
          <p:txBody>
            <a:bodyPr wrap="none" anchor="ctr"/>
            <a:lstStyle/>
            <a:p>
              <a:endParaRPr lang="zh-CN" altLang="en-US"/>
            </a:p>
          </p:txBody>
        </p:sp>
        <p:sp>
          <p:nvSpPr>
            <p:cNvPr id="38927" name="Line 17"/>
            <p:cNvSpPr>
              <a:spLocks noChangeShapeType="1"/>
            </p:cNvSpPr>
            <p:nvPr/>
          </p:nvSpPr>
          <p:spPr bwMode="auto">
            <a:xfrm>
              <a:off x="1009650" y="5159375"/>
              <a:ext cx="1371600"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8921"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4A7D270-3395-4AD2-A142-3A19360E2551}" type="datetime10">
              <a:rPr lang="zh-CN" altLang="en-US" sz="1400" smtClean="0">
                <a:latin typeface="Arial" panose="020B0604020202020204" pitchFamily="34" charset="0"/>
              </a:rPr>
              <a:t>09:34</a:t>
            </a:fld>
            <a:endParaRPr lang="en-US" altLang="zh-CN" sz="1400">
              <a:latin typeface="Arial" panose="020B0604020202020204" pitchFamily="34" charset="0"/>
            </a:endParaRPr>
          </a:p>
        </p:txBody>
      </p:sp>
      <p:sp>
        <p:nvSpPr>
          <p:cNvPr id="38922" name="文本框 1"/>
          <p:cNvSpPr txBox="1">
            <a:spLocks noChangeArrowheads="1"/>
          </p:cNvSpPr>
          <p:nvPr/>
        </p:nvSpPr>
        <p:spPr bwMode="auto">
          <a:xfrm>
            <a:off x="7278688" y="3449638"/>
            <a:ext cx="1236662"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accent2"/>
                </a:solidFill>
                <a:latin typeface="Arial" panose="020B0604020202020204" pitchFamily="34" charset="0"/>
                <a:ea typeface="黑体" panose="02010609060101010101" pitchFamily="49" charset="-122"/>
              </a:defRPr>
            </a:lvl1pPr>
            <a:lvl2pPr marL="742950" indent="-285750">
              <a:defRPr sz="3200" b="1">
                <a:solidFill>
                  <a:schemeClr val="accent2"/>
                </a:solidFill>
                <a:latin typeface="Arial" panose="020B0604020202020204" pitchFamily="34" charset="0"/>
                <a:ea typeface="黑体" panose="02010609060101010101" pitchFamily="49" charset="-122"/>
              </a:defRPr>
            </a:lvl2pPr>
            <a:lvl3pPr marL="1143000" indent="-228600">
              <a:defRPr sz="3200" b="1">
                <a:solidFill>
                  <a:schemeClr val="accent2"/>
                </a:solidFill>
                <a:latin typeface="Arial" panose="020B0604020202020204" pitchFamily="34" charset="0"/>
                <a:ea typeface="黑体" panose="02010609060101010101" pitchFamily="49" charset="-122"/>
              </a:defRPr>
            </a:lvl3pPr>
            <a:lvl4pPr marL="1600200" indent="-228600">
              <a:defRPr sz="3200" b="1">
                <a:solidFill>
                  <a:schemeClr val="accent2"/>
                </a:solidFill>
                <a:latin typeface="Arial" panose="020B0604020202020204" pitchFamily="34" charset="0"/>
                <a:ea typeface="黑体" panose="02010609060101010101" pitchFamily="49" charset="-122"/>
              </a:defRPr>
            </a:lvl4pPr>
            <a:lvl5pPr marL="2057400" indent="-228600">
              <a:defRPr sz="3200" b="1">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3200" b="1">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3200" b="1">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3200" b="1">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3200" b="1">
                <a:solidFill>
                  <a:schemeClr val="accent2"/>
                </a:solidFill>
                <a:latin typeface="Arial" panose="020B0604020202020204" pitchFamily="34" charset="0"/>
                <a:ea typeface="黑体" panose="02010609060101010101" pitchFamily="49" charset="-122"/>
              </a:defRPr>
            </a:lvl9pPr>
          </a:lstStyle>
          <a:p>
            <a:r>
              <a:rPr lang="zh-CN" altLang="en-US"/>
              <a:t>（</a:t>
            </a:r>
            <a:r>
              <a:rPr lang="en-US" altLang="zh-CN"/>
              <a:t>1</a:t>
            </a:r>
            <a:r>
              <a:rPr lang="zh-CN" altLang="en-US"/>
              <a:t>）</a:t>
            </a:r>
          </a:p>
        </p:txBody>
      </p:sp>
      <p:sp>
        <p:nvSpPr>
          <p:cNvPr id="38923" name="文本框 24"/>
          <p:cNvSpPr txBox="1">
            <a:spLocks noChangeArrowheads="1"/>
          </p:cNvSpPr>
          <p:nvPr/>
        </p:nvSpPr>
        <p:spPr bwMode="auto">
          <a:xfrm>
            <a:off x="4092575" y="6175375"/>
            <a:ext cx="1236663"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accent2"/>
                </a:solidFill>
                <a:latin typeface="Arial" panose="020B0604020202020204" pitchFamily="34" charset="0"/>
                <a:ea typeface="黑体" panose="02010609060101010101" pitchFamily="49" charset="-122"/>
              </a:defRPr>
            </a:lvl1pPr>
            <a:lvl2pPr marL="742950" indent="-285750">
              <a:defRPr sz="3200" b="1">
                <a:solidFill>
                  <a:schemeClr val="accent2"/>
                </a:solidFill>
                <a:latin typeface="Arial" panose="020B0604020202020204" pitchFamily="34" charset="0"/>
                <a:ea typeface="黑体" panose="02010609060101010101" pitchFamily="49" charset="-122"/>
              </a:defRPr>
            </a:lvl2pPr>
            <a:lvl3pPr marL="1143000" indent="-228600">
              <a:defRPr sz="3200" b="1">
                <a:solidFill>
                  <a:schemeClr val="accent2"/>
                </a:solidFill>
                <a:latin typeface="Arial" panose="020B0604020202020204" pitchFamily="34" charset="0"/>
                <a:ea typeface="黑体" panose="02010609060101010101" pitchFamily="49" charset="-122"/>
              </a:defRPr>
            </a:lvl3pPr>
            <a:lvl4pPr marL="1600200" indent="-228600">
              <a:defRPr sz="3200" b="1">
                <a:solidFill>
                  <a:schemeClr val="accent2"/>
                </a:solidFill>
                <a:latin typeface="Arial" panose="020B0604020202020204" pitchFamily="34" charset="0"/>
                <a:ea typeface="黑体" panose="02010609060101010101" pitchFamily="49" charset="-122"/>
              </a:defRPr>
            </a:lvl4pPr>
            <a:lvl5pPr marL="2057400" indent="-228600">
              <a:defRPr sz="3200" b="1">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3200" b="1">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3200" b="1">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3200" b="1">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3200" b="1">
                <a:solidFill>
                  <a:schemeClr val="accent2"/>
                </a:solidFill>
                <a:latin typeface="Arial" panose="020B0604020202020204" pitchFamily="34" charset="0"/>
                <a:ea typeface="黑体" panose="02010609060101010101" pitchFamily="49" charset="-122"/>
              </a:defRPr>
            </a:lvl9pPr>
          </a:lstStyle>
          <a:p>
            <a:r>
              <a:rPr lang="zh-CN" altLang="en-US"/>
              <a:t>（</a:t>
            </a:r>
            <a:r>
              <a:rPr lang="en-US" altLang="zh-CN"/>
              <a:t>2</a:t>
            </a:r>
            <a:r>
              <a:rPr lang="zh-CN" altLang="en-US"/>
              <a:t>）</a:t>
            </a:r>
          </a:p>
        </p:txBody>
      </p:sp>
      <p:sp>
        <p:nvSpPr>
          <p:cNvPr id="38924" name="文本框 25"/>
          <p:cNvSpPr txBox="1">
            <a:spLocks noChangeArrowheads="1"/>
          </p:cNvSpPr>
          <p:nvPr/>
        </p:nvSpPr>
        <p:spPr bwMode="auto">
          <a:xfrm>
            <a:off x="7362825" y="6224588"/>
            <a:ext cx="12366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accent2"/>
                </a:solidFill>
                <a:latin typeface="Arial" panose="020B0604020202020204" pitchFamily="34" charset="0"/>
                <a:ea typeface="黑体" panose="02010609060101010101" pitchFamily="49" charset="-122"/>
              </a:defRPr>
            </a:lvl1pPr>
            <a:lvl2pPr marL="742950" indent="-285750">
              <a:defRPr sz="3200" b="1">
                <a:solidFill>
                  <a:schemeClr val="accent2"/>
                </a:solidFill>
                <a:latin typeface="Arial" panose="020B0604020202020204" pitchFamily="34" charset="0"/>
                <a:ea typeface="黑体" panose="02010609060101010101" pitchFamily="49" charset="-122"/>
              </a:defRPr>
            </a:lvl2pPr>
            <a:lvl3pPr marL="1143000" indent="-228600">
              <a:defRPr sz="3200" b="1">
                <a:solidFill>
                  <a:schemeClr val="accent2"/>
                </a:solidFill>
                <a:latin typeface="Arial" panose="020B0604020202020204" pitchFamily="34" charset="0"/>
                <a:ea typeface="黑体" panose="02010609060101010101" pitchFamily="49" charset="-122"/>
              </a:defRPr>
            </a:lvl3pPr>
            <a:lvl4pPr marL="1600200" indent="-228600">
              <a:defRPr sz="3200" b="1">
                <a:solidFill>
                  <a:schemeClr val="accent2"/>
                </a:solidFill>
                <a:latin typeface="Arial" panose="020B0604020202020204" pitchFamily="34" charset="0"/>
                <a:ea typeface="黑体" panose="02010609060101010101" pitchFamily="49" charset="-122"/>
              </a:defRPr>
            </a:lvl4pPr>
            <a:lvl5pPr marL="2057400" indent="-228600">
              <a:defRPr sz="3200" b="1">
                <a:solidFill>
                  <a:schemeClr val="accent2"/>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3200" b="1">
                <a:solidFill>
                  <a:schemeClr val="accent2"/>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3200" b="1">
                <a:solidFill>
                  <a:schemeClr val="accent2"/>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3200" b="1">
                <a:solidFill>
                  <a:schemeClr val="accent2"/>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3200" b="1">
                <a:solidFill>
                  <a:schemeClr val="accent2"/>
                </a:solidFill>
                <a:latin typeface="Arial" panose="020B0604020202020204" pitchFamily="34" charset="0"/>
                <a:ea typeface="黑体" panose="02010609060101010101" pitchFamily="49" charset="-122"/>
              </a:defRPr>
            </a:lvl9pPr>
          </a:lstStyle>
          <a:p>
            <a:r>
              <a:rPr lang="zh-CN" altLang="en-US"/>
              <a:t>（</a:t>
            </a:r>
            <a:r>
              <a:rPr lang="en-US" altLang="zh-CN"/>
              <a:t>3</a:t>
            </a:r>
            <a:r>
              <a:rPr lang="zh-CN" altLang="en-US"/>
              <a:t>）</a:t>
            </a:r>
          </a:p>
        </p:txBody>
      </p:sp>
      <p:sp>
        <p:nvSpPr>
          <p:cNvPr id="2" name="文本框 1"/>
          <p:cNvSpPr txBox="1"/>
          <p:nvPr/>
        </p:nvSpPr>
        <p:spPr>
          <a:xfrm>
            <a:off x="725170" y="3527425"/>
            <a:ext cx="4953000" cy="1076325"/>
          </a:xfrm>
          <a:prstGeom prst="rect">
            <a:avLst/>
          </a:prstGeom>
          <a:noFill/>
        </p:spPr>
        <p:txBody>
          <a:bodyPr wrap="square" rtlCol="0" anchor="t">
            <a:spAutoFit/>
          </a:bodyPr>
          <a:lstStyle/>
          <a:p>
            <a:r>
              <a:rPr lang="zh-CN" altLang="en-US" dirty="0">
                <a:sym typeface="+mn-ea"/>
              </a:rPr>
              <a:t>第</a:t>
            </a:r>
            <a:r>
              <a:rPr lang="en-US" altLang="zh-CN" dirty="0">
                <a:sym typeface="+mn-ea"/>
              </a:rPr>
              <a:t>2</a:t>
            </a:r>
            <a:r>
              <a:rPr lang="zh-CN" altLang="en-US" dirty="0">
                <a:sym typeface="+mn-ea"/>
              </a:rPr>
              <a:t>步变换时，是错切还是放大</a:t>
            </a:r>
            <a:r>
              <a:rPr lang="en-US" altLang="zh-CN" dirty="0">
                <a:sym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checkerboard(across)">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灯片编号占位符 6"/>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28CA65F-AA40-469D-828B-DD92B6EEF66C}" type="slidenum">
              <a:rPr lang="zh-CN" altLang="en-US" sz="1400" smtClean="0">
                <a:latin typeface="Arial" panose="020B0604020202020204" pitchFamily="34" charset="0"/>
              </a:rPr>
              <a:t>35</a:t>
            </a:fld>
            <a:endParaRPr lang="en-US" altLang="zh-CN" sz="1400">
              <a:latin typeface="Arial" panose="020B0604020202020204" pitchFamily="34" charset="0"/>
            </a:endParaRPr>
          </a:p>
        </p:txBody>
      </p:sp>
      <p:sp>
        <p:nvSpPr>
          <p:cNvPr id="40963" name="Rectangle 3"/>
          <p:cNvSpPr>
            <a:spLocks noGrp="1" noChangeArrowheads="1"/>
          </p:cNvSpPr>
          <p:nvPr>
            <p:ph type="body" sz="half" idx="1"/>
          </p:nvPr>
        </p:nvSpPr>
        <p:spPr>
          <a:xfrm>
            <a:off x="346075" y="1222375"/>
            <a:ext cx="9437688" cy="4144963"/>
          </a:xfrm>
        </p:spPr>
        <p:txBody>
          <a:bodyPr/>
          <a:lstStyle/>
          <a:p>
            <a:pPr algn="just" eaLnBrk="1" hangingPunct="1">
              <a:buFontTx/>
              <a:buNone/>
            </a:pPr>
            <a:r>
              <a:rPr lang="zh-CN" altLang="en-US" sz="2800" b="1">
                <a:ea typeface="宋体" panose="02010600030101010101" pitchFamily="2" charset="-122"/>
              </a:rPr>
              <a:t>问题</a:t>
            </a:r>
            <a:r>
              <a:rPr lang="zh-CN" altLang="en-US" sz="2800">
                <a:ea typeface="宋体" panose="02010600030101010101" pitchFamily="2" charset="-122"/>
              </a:rPr>
              <a:t>：已知</a:t>
            </a:r>
            <a:r>
              <a:rPr lang="en-US" altLang="zh-CN" sz="2800">
                <a:ea typeface="宋体" panose="02010600030101010101" pitchFamily="2" charset="-122"/>
              </a:rPr>
              <a:t>p</a:t>
            </a:r>
            <a:r>
              <a:rPr lang="zh-CN" altLang="en-US" sz="2800">
                <a:ea typeface="宋体" panose="02010600030101010101" pitchFamily="2" charset="-122"/>
              </a:rPr>
              <a:t>点在</a:t>
            </a:r>
            <a:r>
              <a:rPr lang="en-US" altLang="zh-CN" sz="2800">
                <a:ea typeface="宋体" panose="02010600030101010101" pitchFamily="2" charset="-122"/>
              </a:rPr>
              <a:t>xoy</a:t>
            </a:r>
            <a:r>
              <a:rPr lang="zh-CN" altLang="en-US" sz="2800">
                <a:ea typeface="宋体" panose="02010600030101010101" pitchFamily="2" charset="-122"/>
              </a:rPr>
              <a:t>坐标系下坐标为            ，</a:t>
            </a:r>
            <a:r>
              <a:rPr lang="en-US" altLang="zh-CN" sz="2800">
                <a:ea typeface="宋体" panose="02010600030101010101" pitchFamily="2" charset="-122"/>
              </a:rPr>
              <a:t>O’(x</a:t>
            </a:r>
            <a:r>
              <a:rPr lang="en-US" altLang="zh-CN" sz="2800" baseline="-25000">
                <a:ea typeface="宋体" panose="02010600030101010101" pitchFamily="2" charset="-122"/>
              </a:rPr>
              <a:t>0</a:t>
            </a:r>
            <a:r>
              <a:rPr lang="en-US" altLang="zh-CN" sz="2800">
                <a:ea typeface="宋体" panose="02010600030101010101" pitchFamily="2" charset="-122"/>
              </a:rPr>
              <a:t>,y</a:t>
            </a:r>
            <a:r>
              <a:rPr lang="en-US" altLang="zh-CN" sz="2800" baseline="-25000">
                <a:ea typeface="宋体" panose="02010600030101010101" pitchFamily="2" charset="-122"/>
              </a:rPr>
              <a:t>0</a:t>
            </a:r>
            <a:r>
              <a:rPr lang="en-US" altLang="zh-CN" sz="2800">
                <a:ea typeface="宋体" panose="02010600030101010101" pitchFamily="2" charset="-122"/>
              </a:rPr>
              <a:t>), θ</a:t>
            </a:r>
            <a:endParaRPr lang="zh-CN" altLang="en-US" sz="2800">
              <a:ea typeface="宋体" panose="02010600030101010101" pitchFamily="2" charset="-122"/>
            </a:endParaRPr>
          </a:p>
          <a:p>
            <a:pPr algn="just" eaLnBrk="1" hangingPunct="1">
              <a:buFontTx/>
              <a:buNone/>
            </a:pPr>
            <a:r>
              <a:rPr lang="zh-CN" altLang="en-US" sz="2800">
                <a:ea typeface="宋体" panose="02010600030101010101" pitchFamily="2" charset="-122"/>
              </a:rPr>
              <a:t>求</a:t>
            </a:r>
            <a:r>
              <a:rPr lang="en-US" altLang="zh-CN" sz="2800">
                <a:ea typeface="宋体" panose="02010600030101010101" pitchFamily="2" charset="-122"/>
              </a:rPr>
              <a:t>P</a:t>
            </a:r>
            <a:r>
              <a:rPr lang="zh-CN" altLang="en-US" sz="2800">
                <a:ea typeface="宋体" panose="02010600030101010101" pitchFamily="2" charset="-122"/>
              </a:rPr>
              <a:t>点在新坐标系</a:t>
            </a:r>
            <a:r>
              <a:rPr lang="en-US" altLang="zh-CN" sz="2800">
                <a:ea typeface="宋体" panose="02010600030101010101" pitchFamily="2" charset="-122"/>
              </a:rPr>
              <a:t>x’o’y’</a:t>
            </a:r>
            <a:r>
              <a:rPr lang="zh-CN" altLang="en-US" sz="2800">
                <a:ea typeface="宋体" panose="02010600030101010101" pitchFamily="2" charset="-122"/>
              </a:rPr>
              <a:t>下的坐标</a:t>
            </a:r>
            <a:endParaRPr lang="en-US" altLang="zh-CN" sz="2800">
              <a:ea typeface="宋体" panose="02010600030101010101" pitchFamily="2" charset="-122"/>
            </a:endParaRPr>
          </a:p>
          <a:p>
            <a:pPr algn="just" eaLnBrk="1" hangingPunct="1">
              <a:buFontTx/>
              <a:buNone/>
            </a:pPr>
            <a:endParaRPr lang="en-US" altLang="zh-CN" sz="2800">
              <a:ea typeface="宋体" panose="02010600030101010101" pitchFamily="2" charset="-122"/>
            </a:endParaRPr>
          </a:p>
          <a:p>
            <a:pPr algn="just" eaLnBrk="1" hangingPunct="1">
              <a:buFontTx/>
              <a:buNone/>
            </a:pPr>
            <a:r>
              <a:rPr lang="zh-CN" altLang="en-US" sz="2800">
                <a:ea typeface="宋体" panose="02010600030101010101" pitchFamily="2" charset="-122"/>
              </a:rPr>
              <a:t>学习观察变换时再介绍</a:t>
            </a:r>
          </a:p>
        </p:txBody>
      </p:sp>
      <p:sp>
        <p:nvSpPr>
          <p:cNvPr id="459781" name="Rectangle 5"/>
          <p:cNvSpPr>
            <a:spLocks noChangeArrowheads="1"/>
          </p:cNvSpPr>
          <p:nvPr/>
        </p:nvSpPr>
        <p:spPr bwMode="auto">
          <a:xfrm>
            <a:off x="165100" y="76200"/>
            <a:ext cx="9493250" cy="914400"/>
          </a:xfrm>
          <a:prstGeom prst="rect">
            <a:avLst/>
          </a:prstGeom>
          <a:noFill/>
          <a:ln w="9525">
            <a:noFill/>
            <a:miter lim="800000"/>
          </a:ln>
          <a:effectLst/>
        </p:spPr>
        <p:txBody>
          <a:bodyPr anchor="ctr"/>
          <a:lstStyle/>
          <a:p>
            <a:pPr algn="ctr" eaLnBrk="1" hangingPunct="1">
              <a:spcBef>
                <a:spcPct val="50000"/>
              </a:spcBef>
              <a:buClr>
                <a:schemeClr val="accent2"/>
              </a:buClr>
              <a:buSzPct val="80000"/>
              <a:buFont typeface="Wingdings" panose="05000000000000000000" pitchFamily="2" charset="2"/>
              <a:buNone/>
              <a:defRPr/>
            </a:pPr>
            <a:r>
              <a:rPr lang="zh-CN" altLang="en-US" sz="4400" b="0" dirty="0">
                <a:latin typeface="+mj-lt"/>
                <a:ea typeface="宋体" panose="02010600030101010101" pitchFamily="2" charset="-122"/>
                <a:cs typeface="+mj-cs"/>
              </a:rPr>
              <a:t> 坐标系变换</a:t>
            </a:r>
          </a:p>
        </p:txBody>
      </p:sp>
      <p:graphicFrame>
        <p:nvGraphicFramePr>
          <p:cNvPr id="40965" name="Object 3"/>
          <p:cNvGraphicFramePr>
            <a:graphicFrameLocks noChangeAspect="1"/>
          </p:cNvGraphicFramePr>
          <p:nvPr/>
        </p:nvGraphicFramePr>
        <p:xfrm>
          <a:off x="6176963" y="1220788"/>
          <a:ext cx="1008062" cy="555625"/>
        </p:xfrm>
        <a:graphic>
          <a:graphicData uri="http://schemas.openxmlformats.org/presentationml/2006/ole">
            <mc:AlternateContent xmlns:mc="http://schemas.openxmlformats.org/markup-compatibility/2006">
              <mc:Choice xmlns:v="urn:schemas-microsoft-com:vml" Requires="v">
                <p:oleObj spid="_x0000_s41117" name="Equation" r:id="rId4" imgW="368300" imgH="203200" progId="Equation.DSMT4">
                  <p:embed/>
                </p:oleObj>
              </mc:Choice>
              <mc:Fallback>
                <p:oleObj name="Equation" r:id="rId4" imgW="368300" imgH="2032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76963" y="1220788"/>
                        <a:ext cx="1008062"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966" name="Object 3"/>
          <p:cNvGraphicFramePr>
            <a:graphicFrameLocks noChangeAspect="1"/>
          </p:cNvGraphicFramePr>
          <p:nvPr/>
        </p:nvGraphicFramePr>
        <p:xfrm>
          <a:off x="5378450" y="1747838"/>
          <a:ext cx="1217613" cy="557212"/>
        </p:xfrm>
        <a:graphic>
          <a:graphicData uri="http://schemas.openxmlformats.org/presentationml/2006/ole">
            <mc:AlternateContent xmlns:mc="http://schemas.openxmlformats.org/markup-compatibility/2006">
              <mc:Choice xmlns:v="urn:schemas-microsoft-com:vml" Requires="v">
                <p:oleObj spid="_x0000_s41118" name="Equation" r:id="rId6" imgW="444500" imgH="203200" progId="Equation.DSMT4">
                  <p:embed/>
                </p:oleObj>
              </mc:Choice>
              <mc:Fallback>
                <p:oleObj name="Equation" r:id="rId6" imgW="444500" imgH="203200" progId="Equation.DSMT4">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78450" y="1747838"/>
                        <a:ext cx="1217613"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967" name="Object 10"/>
          <p:cNvGraphicFramePr>
            <a:graphicFrameLocks noChangeAspect="1"/>
          </p:cNvGraphicFramePr>
          <p:nvPr/>
        </p:nvGraphicFramePr>
        <p:xfrm>
          <a:off x="4799013" y="2290763"/>
          <a:ext cx="4984750" cy="4567237"/>
        </p:xfrm>
        <a:graphic>
          <a:graphicData uri="http://schemas.openxmlformats.org/presentationml/2006/ole">
            <mc:AlternateContent xmlns:mc="http://schemas.openxmlformats.org/markup-compatibility/2006">
              <mc:Choice xmlns:v="urn:schemas-microsoft-com:vml" Requires="v">
                <p:oleObj spid="_x0000_s41119" name="Visio" r:id="rId8" imgW="1969135" imgH="1804035" progId="Visio.Drawing.11">
                  <p:embed/>
                </p:oleObj>
              </mc:Choice>
              <mc:Fallback>
                <p:oleObj name="Visio" r:id="rId8" imgW="1969135" imgH="1804035" progId="Visio.Drawing.11">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99013" y="2290763"/>
                        <a:ext cx="4984750" cy="456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6"/>
          <p:cNvSpPr>
            <a:spLocks noGrp="1" noChangeArrowheads="1"/>
          </p:cNvSpPr>
          <p:nvPr>
            <p:ph type="title"/>
          </p:nvPr>
        </p:nvSpPr>
        <p:spPr/>
        <p:txBody>
          <a:bodyPr/>
          <a:lstStyle/>
          <a:p>
            <a:r>
              <a:rPr lang="zh-CN" altLang="en-US" dirty="0">
                <a:ea typeface="宋体" panose="02010600030101010101" pitchFamily="2" charset="-122"/>
              </a:rPr>
              <a:t>二维几何变换总结</a:t>
            </a:r>
          </a:p>
        </p:txBody>
      </p:sp>
      <p:sp>
        <p:nvSpPr>
          <p:cNvPr id="7171" name="内容占位符 7"/>
          <p:cNvSpPr>
            <a:spLocks noGrp="1" noChangeArrowheads="1"/>
          </p:cNvSpPr>
          <p:nvPr>
            <p:ph idx="1"/>
          </p:nvPr>
        </p:nvSpPr>
        <p:spPr/>
        <p:txBody>
          <a:bodyPr/>
          <a:lstStyle/>
          <a:p>
            <a:r>
              <a:rPr lang="zh-CN" altLang="en-US" dirty="0">
                <a:ea typeface="宋体" panose="02010600030101010101" pitchFamily="2" charset="-122"/>
              </a:rPr>
              <a:t>基本变换</a:t>
            </a:r>
            <a:endParaRPr lang="en-US" altLang="zh-CN" dirty="0">
              <a:ea typeface="宋体" panose="02010600030101010101" pitchFamily="2" charset="-122"/>
            </a:endParaRPr>
          </a:p>
          <a:p>
            <a:pPr lvl="1"/>
            <a:r>
              <a:rPr lang="zh-CN" altLang="en-US" dirty="0">
                <a:ea typeface="宋体" panose="02010600030101010101" pitchFamily="2" charset="-122"/>
              </a:rPr>
              <a:t>向量表示法</a:t>
            </a:r>
            <a:endParaRPr lang="en-US" altLang="zh-CN" dirty="0">
              <a:ea typeface="宋体" panose="02010600030101010101" pitchFamily="2" charset="-122"/>
            </a:endParaRPr>
          </a:p>
          <a:p>
            <a:pPr lvl="1"/>
            <a:r>
              <a:rPr lang="zh-CN" altLang="en-US" dirty="0">
                <a:ea typeface="宋体" panose="02010600030101010101" pitchFamily="2" charset="-122"/>
              </a:rPr>
              <a:t>齐次坐标</a:t>
            </a:r>
            <a:endParaRPr lang="en-US" altLang="zh-CN" dirty="0">
              <a:ea typeface="宋体" panose="02010600030101010101" pitchFamily="2" charset="-122"/>
            </a:endParaRPr>
          </a:p>
          <a:p>
            <a:r>
              <a:rPr lang="zh-CN" altLang="en-US" dirty="0">
                <a:ea typeface="宋体" panose="02010600030101010101" pitchFamily="2" charset="-122"/>
              </a:rPr>
              <a:t>复合变换</a:t>
            </a:r>
            <a:endParaRPr lang="en-US" altLang="zh-CN" dirty="0">
              <a:ea typeface="宋体" panose="02010600030101010101" pitchFamily="2" charset="-122"/>
            </a:endParaRPr>
          </a:p>
          <a:p>
            <a:pPr lvl="1"/>
            <a:r>
              <a:rPr lang="zh-CN" altLang="en-US" dirty="0">
                <a:ea typeface="宋体" panose="02010600030101010101" pitchFamily="2" charset="-122"/>
              </a:rPr>
              <a:t>向基本变换转化思想</a:t>
            </a:r>
            <a:endParaRPr lang="en-US" altLang="zh-CN" dirty="0">
              <a:ea typeface="宋体" panose="02010600030101010101" pitchFamily="2" charset="-122"/>
            </a:endParaRPr>
          </a:p>
        </p:txBody>
      </p:sp>
      <p:sp>
        <p:nvSpPr>
          <p:cNvPr id="7172" name="日期占位符 4"/>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17E9EC0-0693-4825-8952-86C51D8066D5}" type="datetime10">
              <a:rPr lang="zh-CN" altLang="en-US" sz="1400" smtClean="0">
                <a:latin typeface="Arial" panose="020B0604020202020204" pitchFamily="34" charset="0"/>
              </a:rPr>
              <a:t>09:34</a:t>
            </a:fld>
            <a:endParaRPr lang="en-US" altLang="zh-CN" sz="1400">
              <a:latin typeface="Arial" panose="020B0604020202020204" pitchFamily="34" charset="0"/>
            </a:endParaRPr>
          </a:p>
        </p:txBody>
      </p:sp>
      <p:sp>
        <p:nvSpPr>
          <p:cNvPr id="7173"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B6060B9-4045-4BB3-9ABF-5C6287109673}" type="slidenum">
              <a:rPr lang="zh-CN" altLang="en-US" sz="1400" smtClean="0">
                <a:latin typeface="Arial" panose="020B0604020202020204" pitchFamily="34" charset="0"/>
              </a:rPr>
              <a:t>36</a:t>
            </a:fld>
            <a:endParaRPr lang="en-US" altLang="zh-CN" sz="1400">
              <a:latin typeface="Arial" panose="020B0604020202020204" pitchFamily="34" charset="0"/>
            </a:endParaRPr>
          </a:p>
        </p:txBody>
      </p:sp>
      <p:pic>
        <p:nvPicPr>
          <p:cNvPr id="43010" name="Picture 2" descr="https://timgsa.baidu.com/timg?image&amp;quality=80&amp;size=b9999_10000&amp;sec=1513602098746&amp;di=219ec2f7d9f178d7e73ff8ee989b1b5c&amp;imgtype=0&amp;src=http%3A%2F%2Fimgsrc.baidu.com%2Fimgad%2Fpic%2Fitem%2Fa044ad345982b2b7b8dbf0e93aadcbef76099b53.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47657" y="1405496"/>
            <a:ext cx="3663043" cy="252127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GI5ZWRjMmFlNjYxNmNkMGYwMDIwMTE5MDU5ZWI1MDAifQ=="/>
</p:tagLst>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just" defTabSz="914400" rtl="0" eaLnBrk="1" fontAlgn="base" latinLnBrk="0" hangingPunct="1">
          <a:lnSpc>
            <a:spcPct val="100000"/>
          </a:lnSpc>
          <a:spcBef>
            <a:spcPct val="0"/>
          </a:spcBef>
          <a:spcAft>
            <a:spcPct val="0"/>
          </a:spcAft>
          <a:buClrTx/>
          <a:buSzTx/>
          <a:buFontTx/>
          <a:buNone/>
          <a:defRPr kumimoji="0" lang="en-US" sz="3200" b="1" i="0" u="none" strike="noStrike" cap="none" normalizeH="0" baseline="0" smtClean="0">
            <a:ln>
              <a:noFill/>
            </a:ln>
            <a:solidFill>
              <a:schemeClr val="accent2"/>
            </a:solidFill>
            <a:effectLst/>
            <a:latin typeface="Arial" panose="020B0604020202020204" pitchFamily="34" charset="0"/>
            <a:ea typeface="黑体" panose="02010609060101010101"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just" defTabSz="914400" rtl="0" eaLnBrk="1" fontAlgn="base" latinLnBrk="0" hangingPunct="1">
          <a:lnSpc>
            <a:spcPct val="100000"/>
          </a:lnSpc>
          <a:spcBef>
            <a:spcPct val="0"/>
          </a:spcBef>
          <a:spcAft>
            <a:spcPct val="0"/>
          </a:spcAft>
          <a:buClrTx/>
          <a:buSzTx/>
          <a:buFontTx/>
          <a:buNone/>
          <a:defRPr kumimoji="0" lang="en-US" sz="3200" b="1" i="0" u="none" strike="noStrike" cap="none" normalizeH="0" baseline="0" smtClean="0">
            <a:ln>
              <a:noFill/>
            </a:ln>
            <a:solidFill>
              <a:schemeClr val="accent2"/>
            </a:solidFill>
            <a:effectLst/>
            <a:latin typeface="Arial" panose="020B0604020202020204" pitchFamily="34" charset="0"/>
            <a:ea typeface="黑体" panose="02010609060101010101" pitchFamily="49" charset="-122"/>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great-wall</Template>
  <TotalTime>15</TotalTime>
  <Pages>8</Pages>
  <Words>1007</Words>
  <Application>Microsoft Office PowerPoint</Application>
  <PresentationFormat>A4 纸张(210x297 毫米)</PresentationFormat>
  <Paragraphs>234</Paragraphs>
  <Slides>36</Slides>
  <Notes>21</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5</vt:i4>
      </vt:variant>
      <vt:variant>
        <vt:lpstr>幻灯片标题</vt:lpstr>
      </vt:variant>
      <vt:variant>
        <vt:i4>36</vt:i4>
      </vt:variant>
    </vt:vector>
  </HeadingPairs>
  <TitlesOfParts>
    <vt:vector size="51" baseType="lpstr">
      <vt:lpstr>黑体</vt:lpstr>
      <vt:lpstr>华文宋体</vt:lpstr>
      <vt:lpstr>宋体</vt:lpstr>
      <vt:lpstr>微软雅黑</vt:lpstr>
      <vt:lpstr>Arial</vt:lpstr>
      <vt:lpstr>MT Extra</vt:lpstr>
      <vt:lpstr>Symbol</vt:lpstr>
      <vt:lpstr>Times New Roman</vt:lpstr>
      <vt:lpstr>Wingdings</vt:lpstr>
      <vt:lpstr>Default Design</vt:lpstr>
      <vt:lpstr>Image</vt:lpstr>
      <vt:lpstr>Visio</vt:lpstr>
      <vt:lpstr>Equation</vt:lpstr>
      <vt:lpstr>Microsoft Visio 2003-2010 Drawing</vt:lpstr>
      <vt:lpstr>Equation.3</vt:lpstr>
      <vt:lpstr>二维几何变换</vt:lpstr>
      <vt:lpstr>PowerPoint 演示文稿</vt:lpstr>
      <vt:lpstr>PowerPoint 演示文稿</vt:lpstr>
      <vt:lpstr>PowerPoint 演示文稿</vt:lpstr>
      <vt:lpstr>一般变换</vt:lpstr>
      <vt:lpstr>二维几何变换</vt:lpstr>
      <vt:lpstr>平移</vt:lpstr>
      <vt:lpstr>对象平移</vt:lpstr>
      <vt:lpstr>平移变换</vt:lpstr>
      <vt:lpstr>平移变换</vt:lpstr>
      <vt:lpstr>旋转变换</vt:lpstr>
      <vt:lpstr>将p点绕坐标原点转动某个角度（逆时针为正，顺时针为负）得到新的点p’的过程</vt:lpstr>
      <vt:lpstr>旋转变换</vt:lpstr>
      <vt:lpstr>旋转变换</vt:lpstr>
      <vt:lpstr>齐次坐标</vt:lpstr>
      <vt:lpstr>齐次坐标</vt:lpstr>
      <vt:lpstr>齐次坐标</vt:lpstr>
      <vt:lpstr>PowerPoint 演示文稿</vt:lpstr>
      <vt:lpstr>齐次坐标</vt:lpstr>
      <vt:lpstr>放缩变换</vt:lpstr>
      <vt:lpstr>对p点相对于坐标原点沿x方向放缩Sx倍，沿y方向放缩Sy倍。其中Sx和Sy称为比例系数。</vt:lpstr>
      <vt:lpstr> 错切变换</vt:lpstr>
      <vt:lpstr>PowerPoint 演示文稿</vt:lpstr>
      <vt:lpstr>PowerPoint 演示文稿</vt:lpstr>
      <vt:lpstr>PowerPoint 演示文稿</vt:lpstr>
      <vt:lpstr>仿射变换</vt:lpstr>
      <vt:lpstr>二维几何变换</vt:lpstr>
      <vt:lpstr>复合变换</vt:lpstr>
      <vt:lpstr>复合变换</vt:lpstr>
      <vt:lpstr>复合变换</vt:lpstr>
      <vt:lpstr>4.  相对任一参考点的二维几何变换</vt:lpstr>
      <vt:lpstr>5.  相对任意方向的二维几何变换</vt:lpstr>
      <vt:lpstr>复合变换</vt:lpstr>
      <vt:lpstr>复合变换</vt:lpstr>
      <vt:lpstr>PowerPoint 演示文稿</vt:lpstr>
      <vt:lpstr>二维几何变换总结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Vectors</dc:title>
  <dc:creator/>
  <cp:lastModifiedBy>pcm</cp:lastModifiedBy>
  <cp:revision>393</cp:revision>
  <cp:lastPrinted>1999-10-31T16:31:00Z</cp:lastPrinted>
  <dcterms:created xsi:type="dcterms:W3CDTF">1996-10-25T10:30:00Z</dcterms:created>
  <dcterms:modified xsi:type="dcterms:W3CDTF">2024-10-21T01:50:07Z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8ED1BEC231D6428BAA97D24464665FB9_12</vt:lpwstr>
  </property>
  <property fmtid="{D5CDD505-2E9C-101B-9397-08002B2CF9AE}" pid="3" name="KSOProductBuildVer">
    <vt:lpwstr>2052-12.1.0.16417</vt:lpwstr>
  </property>
</Properties>
</file>